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30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97" r:id="rId32"/>
    <p:sldId id="298" r:id="rId33"/>
    <p:sldId id="299" r:id="rId34"/>
    <p:sldId id="286" r:id="rId35"/>
    <p:sldId id="300" r:id="rId36"/>
    <p:sldId id="287" r:id="rId37"/>
    <p:sldId id="288" r:id="rId38"/>
    <p:sldId id="301" r:id="rId39"/>
    <p:sldId id="302" r:id="rId40"/>
    <p:sldId id="303" r:id="rId41"/>
    <p:sldId id="304" r:id="rId42"/>
    <p:sldId id="289" r:id="rId43"/>
    <p:sldId id="290" r:id="rId44"/>
    <p:sldId id="291" r:id="rId45"/>
    <p:sldId id="292" r:id="rId46"/>
    <p:sldId id="293" r:id="rId47"/>
    <p:sldId id="296" r:id="rId4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06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46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8B92B1-9AE2-4EFD-A386-993EF9222108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0"/>
      <dgm:spPr/>
    </dgm:pt>
    <dgm:pt modelId="{D4D499FE-BCD7-4685-884C-06056F24D5B7}">
      <dgm:prSet phldrT="[Texte]" phldr="1"/>
      <dgm:spPr/>
      <dgm:t>
        <a:bodyPr/>
        <a:lstStyle/>
        <a:p>
          <a:endParaRPr lang="fr-FR"/>
        </a:p>
      </dgm:t>
    </dgm:pt>
    <dgm:pt modelId="{61954A53-4249-44E5-8355-3DCDD142D12D}" type="parTrans" cxnId="{4A4E9C8F-D28E-41FE-9780-F5A6F9672AF9}">
      <dgm:prSet/>
      <dgm:spPr/>
      <dgm:t>
        <a:bodyPr/>
        <a:lstStyle/>
        <a:p>
          <a:endParaRPr lang="fr-FR"/>
        </a:p>
      </dgm:t>
    </dgm:pt>
    <dgm:pt modelId="{D2A41E7F-07D5-4B55-BCB6-D96D5659AAB5}" type="sibTrans" cxnId="{4A4E9C8F-D28E-41FE-9780-F5A6F9672AF9}">
      <dgm:prSet/>
      <dgm:spPr/>
      <dgm:t>
        <a:bodyPr/>
        <a:lstStyle/>
        <a:p>
          <a:endParaRPr lang="fr-FR"/>
        </a:p>
      </dgm:t>
    </dgm:pt>
    <dgm:pt modelId="{C494AB60-2C52-48DC-9F4B-B8C9D85CC343}">
      <dgm:prSet phldrT="[Texte]" phldr="1"/>
      <dgm:spPr/>
      <dgm:t>
        <a:bodyPr/>
        <a:lstStyle/>
        <a:p>
          <a:endParaRPr lang="fr-FR" dirty="0"/>
        </a:p>
      </dgm:t>
    </dgm:pt>
    <dgm:pt modelId="{3B499FFA-7134-467C-81BC-68C3D012CEC0}" type="parTrans" cxnId="{917F57F3-3D2D-4696-9F56-12E9445C27C5}">
      <dgm:prSet/>
      <dgm:spPr/>
      <dgm:t>
        <a:bodyPr/>
        <a:lstStyle/>
        <a:p>
          <a:endParaRPr lang="fr-FR"/>
        </a:p>
      </dgm:t>
    </dgm:pt>
    <dgm:pt modelId="{A301A7FF-AFEE-4015-A78C-4D46A0FA8A8F}" type="sibTrans" cxnId="{917F57F3-3D2D-4696-9F56-12E9445C27C5}">
      <dgm:prSet/>
      <dgm:spPr/>
      <dgm:t>
        <a:bodyPr/>
        <a:lstStyle/>
        <a:p>
          <a:endParaRPr lang="fr-FR"/>
        </a:p>
      </dgm:t>
    </dgm:pt>
    <dgm:pt modelId="{2791A993-3E84-4D5A-AD57-1DB639F7269B}">
      <dgm:prSet phldrT="[Texte]" phldr="1"/>
      <dgm:spPr/>
      <dgm:t>
        <a:bodyPr/>
        <a:lstStyle/>
        <a:p>
          <a:endParaRPr lang="fr-FR"/>
        </a:p>
      </dgm:t>
    </dgm:pt>
    <dgm:pt modelId="{2076CAF6-0E9F-4392-A110-CB0698BF631D}" type="parTrans" cxnId="{7F67AAEC-489E-40AC-B82C-1FA30833F651}">
      <dgm:prSet/>
      <dgm:spPr/>
      <dgm:t>
        <a:bodyPr/>
        <a:lstStyle/>
        <a:p>
          <a:endParaRPr lang="fr-FR"/>
        </a:p>
      </dgm:t>
    </dgm:pt>
    <dgm:pt modelId="{02B3FE6D-9418-445D-8541-EBE3FAEF9542}" type="sibTrans" cxnId="{7F67AAEC-489E-40AC-B82C-1FA30833F651}">
      <dgm:prSet/>
      <dgm:spPr/>
      <dgm:t>
        <a:bodyPr/>
        <a:lstStyle/>
        <a:p>
          <a:endParaRPr lang="fr-FR"/>
        </a:p>
      </dgm:t>
    </dgm:pt>
    <dgm:pt modelId="{15589363-FF7E-459F-B1DA-806D2A48F60E}" type="pres">
      <dgm:prSet presAssocID="{F88B92B1-9AE2-4EFD-A386-993EF9222108}" presName="Name0" presStyleCnt="0">
        <dgm:presLayoutVars>
          <dgm:dir/>
          <dgm:animLvl val="lvl"/>
          <dgm:resizeHandles val="exact"/>
        </dgm:presLayoutVars>
      </dgm:prSet>
      <dgm:spPr/>
    </dgm:pt>
    <dgm:pt modelId="{15864225-E682-482C-8C48-62D60C822453}" type="pres">
      <dgm:prSet presAssocID="{F88B92B1-9AE2-4EFD-A386-993EF9222108}" presName="dummy" presStyleCnt="0"/>
      <dgm:spPr/>
    </dgm:pt>
    <dgm:pt modelId="{3AC0638A-BBB9-4D17-A042-8986F90EA89E}" type="pres">
      <dgm:prSet presAssocID="{F88B92B1-9AE2-4EFD-A386-993EF9222108}" presName="linH" presStyleCnt="0"/>
      <dgm:spPr/>
    </dgm:pt>
    <dgm:pt modelId="{5A2A4804-DAE3-4D13-B091-82AF89BA454E}" type="pres">
      <dgm:prSet presAssocID="{F88B92B1-9AE2-4EFD-A386-993EF9222108}" presName="padding1" presStyleCnt="0"/>
      <dgm:spPr/>
    </dgm:pt>
    <dgm:pt modelId="{0E6525FB-9F80-446B-9647-3A77676A0546}" type="pres">
      <dgm:prSet presAssocID="{D4D499FE-BCD7-4685-884C-06056F24D5B7}" presName="linV" presStyleCnt="0"/>
      <dgm:spPr/>
    </dgm:pt>
    <dgm:pt modelId="{A4056136-3875-44B7-9EF1-A609235D93B5}" type="pres">
      <dgm:prSet presAssocID="{D4D499FE-BCD7-4685-884C-06056F24D5B7}" presName="spVertical1" presStyleCnt="0"/>
      <dgm:spPr/>
    </dgm:pt>
    <dgm:pt modelId="{24CB4B0E-9122-4733-AEDA-BDC0EDF54DCA}" type="pres">
      <dgm:prSet presAssocID="{D4D499FE-BCD7-4685-884C-06056F24D5B7}" presName="parTx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031B3FEA-A519-4FD0-B679-4137C6197902}" type="pres">
      <dgm:prSet presAssocID="{D4D499FE-BCD7-4685-884C-06056F24D5B7}" presName="spVertical2" presStyleCnt="0"/>
      <dgm:spPr/>
    </dgm:pt>
    <dgm:pt modelId="{49736064-2777-41E3-9988-448BC7A732CA}" type="pres">
      <dgm:prSet presAssocID="{D4D499FE-BCD7-4685-884C-06056F24D5B7}" presName="spVertical3" presStyleCnt="0"/>
      <dgm:spPr/>
    </dgm:pt>
    <dgm:pt modelId="{EABA0945-0086-45D0-97F0-DCF73177C153}" type="pres">
      <dgm:prSet presAssocID="{D2A41E7F-07D5-4B55-BCB6-D96D5659AAB5}" presName="space" presStyleCnt="0"/>
      <dgm:spPr/>
    </dgm:pt>
    <dgm:pt modelId="{1224787E-4492-460E-BC13-85A7AD45CB1B}" type="pres">
      <dgm:prSet presAssocID="{C494AB60-2C52-48DC-9F4B-B8C9D85CC343}" presName="linV" presStyleCnt="0"/>
      <dgm:spPr/>
    </dgm:pt>
    <dgm:pt modelId="{EC837E12-D0A4-4C3C-A867-D4ECE9009D92}" type="pres">
      <dgm:prSet presAssocID="{C494AB60-2C52-48DC-9F4B-B8C9D85CC343}" presName="spVertical1" presStyleCnt="0"/>
      <dgm:spPr/>
    </dgm:pt>
    <dgm:pt modelId="{057B3C84-88A4-4E48-9777-178B87490DD9}" type="pres">
      <dgm:prSet presAssocID="{C494AB60-2C52-48DC-9F4B-B8C9D85CC343}" presName="parTx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D97698CD-BA82-4C52-A433-9DF25D171D89}" type="pres">
      <dgm:prSet presAssocID="{C494AB60-2C52-48DC-9F4B-B8C9D85CC343}" presName="spVertical2" presStyleCnt="0"/>
      <dgm:spPr/>
    </dgm:pt>
    <dgm:pt modelId="{973DE8C5-C87C-4D88-93FB-5C8A595E9470}" type="pres">
      <dgm:prSet presAssocID="{C494AB60-2C52-48DC-9F4B-B8C9D85CC343}" presName="spVertical3" presStyleCnt="0"/>
      <dgm:spPr/>
    </dgm:pt>
    <dgm:pt modelId="{F627811F-898B-4DD5-99C8-2B12206AB6C1}" type="pres">
      <dgm:prSet presAssocID="{A301A7FF-AFEE-4015-A78C-4D46A0FA8A8F}" presName="space" presStyleCnt="0"/>
      <dgm:spPr/>
    </dgm:pt>
    <dgm:pt modelId="{0A6C9AE5-2432-4F69-AB6F-20577472FB5F}" type="pres">
      <dgm:prSet presAssocID="{2791A993-3E84-4D5A-AD57-1DB639F7269B}" presName="linV" presStyleCnt="0"/>
      <dgm:spPr/>
    </dgm:pt>
    <dgm:pt modelId="{9D8CA510-0DAA-4521-B7F7-D6F712A9B1A7}" type="pres">
      <dgm:prSet presAssocID="{2791A993-3E84-4D5A-AD57-1DB639F7269B}" presName="spVertical1" presStyleCnt="0"/>
      <dgm:spPr/>
    </dgm:pt>
    <dgm:pt modelId="{FA109DC2-80A8-4234-94C6-308A0764B842}" type="pres">
      <dgm:prSet presAssocID="{2791A993-3E84-4D5A-AD57-1DB639F7269B}" presName="parTx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BCFB26F3-681E-4E1D-A9A9-A57A3A1FC824}" type="pres">
      <dgm:prSet presAssocID="{2791A993-3E84-4D5A-AD57-1DB639F7269B}" presName="spVertical2" presStyleCnt="0"/>
      <dgm:spPr/>
    </dgm:pt>
    <dgm:pt modelId="{CA576E29-32CA-47BB-B789-377B2A758764}" type="pres">
      <dgm:prSet presAssocID="{2791A993-3E84-4D5A-AD57-1DB639F7269B}" presName="spVertical3" presStyleCnt="0"/>
      <dgm:spPr/>
    </dgm:pt>
    <dgm:pt modelId="{54A5C949-BAE4-4171-B1BC-6F37EBEC85DC}" type="pres">
      <dgm:prSet presAssocID="{F88B92B1-9AE2-4EFD-A386-993EF9222108}" presName="padding2" presStyleCnt="0"/>
      <dgm:spPr/>
    </dgm:pt>
    <dgm:pt modelId="{55D991CD-0B4E-42B4-9455-6C7F52F1F713}" type="pres">
      <dgm:prSet presAssocID="{F88B92B1-9AE2-4EFD-A386-993EF9222108}" presName="negArrow" presStyleCnt="0"/>
      <dgm:spPr/>
    </dgm:pt>
    <dgm:pt modelId="{A7C47698-C3EC-4C1C-9ED7-4F488EB001FF}" type="pres">
      <dgm:prSet presAssocID="{F88B92B1-9AE2-4EFD-A386-993EF9222108}" presName="backgroundArrow" presStyleLbl="node1" presStyleIdx="0" presStyleCnt="1" custLinFactX="53307" custLinFactY="-49899" custLinFactNeighborX="100000" custLinFactNeighborY="-100000"/>
      <dgm:spPr>
        <a:solidFill>
          <a:srgbClr val="00B0F0"/>
        </a:solidFill>
      </dgm:spPr>
    </dgm:pt>
  </dgm:ptLst>
  <dgm:cxnLst>
    <dgm:cxn modelId="{0DCA6C3E-99AF-4645-8438-41501DFCCA77}" type="presOf" srcId="{C494AB60-2C52-48DC-9F4B-B8C9D85CC343}" destId="{057B3C84-88A4-4E48-9777-178B87490DD9}" srcOrd="0" destOrd="0" presId="urn:microsoft.com/office/officeart/2005/8/layout/hProcess3"/>
    <dgm:cxn modelId="{FF7E0487-84F9-47EB-9CF2-8C7BE2A8A3E0}" type="presOf" srcId="{D4D499FE-BCD7-4685-884C-06056F24D5B7}" destId="{24CB4B0E-9122-4733-AEDA-BDC0EDF54DCA}" srcOrd="0" destOrd="0" presId="urn:microsoft.com/office/officeart/2005/8/layout/hProcess3"/>
    <dgm:cxn modelId="{4A4E9C8F-D28E-41FE-9780-F5A6F9672AF9}" srcId="{F88B92B1-9AE2-4EFD-A386-993EF9222108}" destId="{D4D499FE-BCD7-4685-884C-06056F24D5B7}" srcOrd="0" destOrd="0" parTransId="{61954A53-4249-44E5-8355-3DCDD142D12D}" sibTransId="{D2A41E7F-07D5-4B55-BCB6-D96D5659AAB5}"/>
    <dgm:cxn modelId="{ABD93AC8-6AB9-406C-9CB9-6A9D8C0A6B9E}" type="presOf" srcId="{F88B92B1-9AE2-4EFD-A386-993EF9222108}" destId="{15589363-FF7E-459F-B1DA-806D2A48F60E}" srcOrd="0" destOrd="0" presId="urn:microsoft.com/office/officeart/2005/8/layout/hProcess3"/>
    <dgm:cxn modelId="{525F93CE-F589-4ABC-8C5A-802CDD8723D1}" type="presOf" srcId="{2791A993-3E84-4D5A-AD57-1DB639F7269B}" destId="{FA109DC2-80A8-4234-94C6-308A0764B842}" srcOrd="0" destOrd="0" presId="urn:microsoft.com/office/officeart/2005/8/layout/hProcess3"/>
    <dgm:cxn modelId="{7F67AAEC-489E-40AC-B82C-1FA30833F651}" srcId="{F88B92B1-9AE2-4EFD-A386-993EF9222108}" destId="{2791A993-3E84-4D5A-AD57-1DB639F7269B}" srcOrd="2" destOrd="0" parTransId="{2076CAF6-0E9F-4392-A110-CB0698BF631D}" sibTransId="{02B3FE6D-9418-445D-8541-EBE3FAEF9542}"/>
    <dgm:cxn modelId="{917F57F3-3D2D-4696-9F56-12E9445C27C5}" srcId="{F88B92B1-9AE2-4EFD-A386-993EF9222108}" destId="{C494AB60-2C52-48DC-9F4B-B8C9D85CC343}" srcOrd="1" destOrd="0" parTransId="{3B499FFA-7134-467C-81BC-68C3D012CEC0}" sibTransId="{A301A7FF-AFEE-4015-A78C-4D46A0FA8A8F}"/>
    <dgm:cxn modelId="{E301FCD9-63CD-469A-AB23-36730AAE886F}" type="presParOf" srcId="{15589363-FF7E-459F-B1DA-806D2A48F60E}" destId="{15864225-E682-482C-8C48-62D60C822453}" srcOrd="0" destOrd="0" presId="urn:microsoft.com/office/officeart/2005/8/layout/hProcess3"/>
    <dgm:cxn modelId="{66E19375-DF1F-4D99-BCE3-48A0AEE20C37}" type="presParOf" srcId="{15589363-FF7E-459F-B1DA-806D2A48F60E}" destId="{3AC0638A-BBB9-4D17-A042-8986F90EA89E}" srcOrd="1" destOrd="0" presId="urn:microsoft.com/office/officeart/2005/8/layout/hProcess3"/>
    <dgm:cxn modelId="{B692D16C-0890-4580-8CE8-30A57EAF0FB1}" type="presParOf" srcId="{3AC0638A-BBB9-4D17-A042-8986F90EA89E}" destId="{5A2A4804-DAE3-4D13-B091-82AF89BA454E}" srcOrd="0" destOrd="0" presId="urn:microsoft.com/office/officeart/2005/8/layout/hProcess3"/>
    <dgm:cxn modelId="{DC4544A4-F131-4F9B-B5B8-A72562CDC844}" type="presParOf" srcId="{3AC0638A-BBB9-4D17-A042-8986F90EA89E}" destId="{0E6525FB-9F80-446B-9647-3A77676A0546}" srcOrd="1" destOrd="0" presId="urn:microsoft.com/office/officeart/2005/8/layout/hProcess3"/>
    <dgm:cxn modelId="{06CA91C5-A0DE-4F6D-9598-A8D59308177D}" type="presParOf" srcId="{0E6525FB-9F80-446B-9647-3A77676A0546}" destId="{A4056136-3875-44B7-9EF1-A609235D93B5}" srcOrd="0" destOrd="0" presId="urn:microsoft.com/office/officeart/2005/8/layout/hProcess3"/>
    <dgm:cxn modelId="{2C543137-2FEE-48D5-8BB7-D14E5E20C9CC}" type="presParOf" srcId="{0E6525FB-9F80-446B-9647-3A77676A0546}" destId="{24CB4B0E-9122-4733-AEDA-BDC0EDF54DCA}" srcOrd="1" destOrd="0" presId="urn:microsoft.com/office/officeart/2005/8/layout/hProcess3"/>
    <dgm:cxn modelId="{41956AB7-27A3-40A8-A831-EAA8EB8E2BED}" type="presParOf" srcId="{0E6525FB-9F80-446B-9647-3A77676A0546}" destId="{031B3FEA-A519-4FD0-B679-4137C6197902}" srcOrd="2" destOrd="0" presId="urn:microsoft.com/office/officeart/2005/8/layout/hProcess3"/>
    <dgm:cxn modelId="{4B052848-A629-4790-BA19-B22689731096}" type="presParOf" srcId="{0E6525FB-9F80-446B-9647-3A77676A0546}" destId="{49736064-2777-41E3-9988-448BC7A732CA}" srcOrd="3" destOrd="0" presId="urn:microsoft.com/office/officeart/2005/8/layout/hProcess3"/>
    <dgm:cxn modelId="{221F4DC4-134D-4263-AD44-7E26B82B0DD3}" type="presParOf" srcId="{3AC0638A-BBB9-4D17-A042-8986F90EA89E}" destId="{EABA0945-0086-45D0-97F0-DCF73177C153}" srcOrd="2" destOrd="0" presId="urn:microsoft.com/office/officeart/2005/8/layout/hProcess3"/>
    <dgm:cxn modelId="{1B7487F0-C714-450A-9700-4AC0C548A3B9}" type="presParOf" srcId="{3AC0638A-BBB9-4D17-A042-8986F90EA89E}" destId="{1224787E-4492-460E-BC13-85A7AD45CB1B}" srcOrd="3" destOrd="0" presId="urn:microsoft.com/office/officeart/2005/8/layout/hProcess3"/>
    <dgm:cxn modelId="{3D7317B5-6F21-4AA5-AC70-C3B376B9129F}" type="presParOf" srcId="{1224787E-4492-460E-BC13-85A7AD45CB1B}" destId="{EC837E12-D0A4-4C3C-A867-D4ECE9009D92}" srcOrd="0" destOrd="0" presId="urn:microsoft.com/office/officeart/2005/8/layout/hProcess3"/>
    <dgm:cxn modelId="{55989B12-17CA-4ABE-BE9D-EF2741418822}" type="presParOf" srcId="{1224787E-4492-460E-BC13-85A7AD45CB1B}" destId="{057B3C84-88A4-4E48-9777-178B87490DD9}" srcOrd="1" destOrd="0" presId="urn:microsoft.com/office/officeart/2005/8/layout/hProcess3"/>
    <dgm:cxn modelId="{0786C655-4674-4F87-A2CC-EBFB43CCC320}" type="presParOf" srcId="{1224787E-4492-460E-BC13-85A7AD45CB1B}" destId="{D97698CD-BA82-4C52-A433-9DF25D171D89}" srcOrd="2" destOrd="0" presId="urn:microsoft.com/office/officeart/2005/8/layout/hProcess3"/>
    <dgm:cxn modelId="{2F320CE9-7A3D-4D00-BE01-21BA02C4773C}" type="presParOf" srcId="{1224787E-4492-460E-BC13-85A7AD45CB1B}" destId="{973DE8C5-C87C-4D88-93FB-5C8A595E9470}" srcOrd="3" destOrd="0" presId="urn:microsoft.com/office/officeart/2005/8/layout/hProcess3"/>
    <dgm:cxn modelId="{9E04F614-91DC-49A9-9691-7C0CD5471FE7}" type="presParOf" srcId="{3AC0638A-BBB9-4D17-A042-8986F90EA89E}" destId="{F627811F-898B-4DD5-99C8-2B12206AB6C1}" srcOrd="4" destOrd="0" presId="urn:microsoft.com/office/officeart/2005/8/layout/hProcess3"/>
    <dgm:cxn modelId="{0BEC49DB-7CDA-4FA5-AFDC-00B19C420259}" type="presParOf" srcId="{3AC0638A-BBB9-4D17-A042-8986F90EA89E}" destId="{0A6C9AE5-2432-4F69-AB6F-20577472FB5F}" srcOrd="5" destOrd="0" presId="urn:microsoft.com/office/officeart/2005/8/layout/hProcess3"/>
    <dgm:cxn modelId="{15858CB5-1CF1-42D7-91A4-0B65F7FE8EE1}" type="presParOf" srcId="{0A6C9AE5-2432-4F69-AB6F-20577472FB5F}" destId="{9D8CA510-0DAA-4521-B7F7-D6F712A9B1A7}" srcOrd="0" destOrd="0" presId="urn:microsoft.com/office/officeart/2005/8/layout/hProcess3"/>
    <dgm:cxn modelId="{9C6C1478-DEB2-4DF9-8233-086907A4FBAC}" type="presParOf" srcId="{0A6C9AE5-2432-4F69-AB6F-20577472FB5F}" destId="{FA109DC2-80A8-4234-94C6-308A0764B842}" srcOrd="1" destOrd="0" presId="urn:microsoft.com/office/officeart/2005/8/layout/hProcess3"/>
    <dgm:cxn modelId="{39EF1871-6E41-4A91-AC93-4809E4E5B7BC}" type="presParOf" srcId="{0A6C9AE5-2432-4F69-AB6F-20577472FB5F}" destId="{BCFB26F3-681E-4E1D-A9A9-A57A3A1FC824}" srcOrd="2" destOrd="0" presId="urn:microsoft.com/office/officeart/2005/8/layout/hProcess3"/>
    <dgm:cxn modelId="{2C586A2A-8994-404C-9C5F-FA9489546913}" type="presParOf" srcId="{0A6C9AE5-2432-4F69-AB6F-20577472FB5F}" destId="{CA576E29-32CA-47BB-B789-377B2A758764}" srcOrd="3" destOrd="0" presId="urn:microsoft.com/office/officeart/2005/8/layout/hProcess3"/>
    <dgm:cxn modelId="{82815834-9D54-46F7-A2DF-67F1299F171C}" type="presParOf" srcId="{3AC0638A-BBB9-4D17-A042-8986F90EA89E}" destId="{54A5C949-BAE4-4171-B1BC-6F37EBEC85DC}" srcOrd="6" destOrd="0" presId="urn:microsoft.com/office/officeart/2005/8/layout/hProcess3"/>
    <dgm:cxn modelId="{3C7C4791-6F56-41E9-B6E1-102A2FD6A176}" type="presParOf" srcId="{3AC0638A-BBB9-4D17-A042-8986F90EA89E}" destId="{55D991CD-0B4E-42B4-9455-6C7F52F1F713}" srcOrd="7" destOrd="0" presId="urn:microsoft.com/office/officeart/2005/8/layout/hProcess3"/>
    <dgm:cxn modelId="{E385A862-CB73-43FB-A282-6D13C43DE854}" type="presParOf" srcId="{3AC0638A-BBB9-4D17-A042-8986F90EA89E}" destId="{A7C47698-C3EC-4C1C-9ED7-4F488EB001FF}" srcOrd="8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FD36C4-3C73-4399-A0CA-6D6C08F1113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422DA16-5219-448B-B7DC-66FD58865B75}">
      <dgm:prSet phldrT="[Texte]" custT="1"/>
      <dgm:spPr>
        <a:noFill/>
        <a:ln w="38100">
          <a:solidFill>
            <a:srgbClr val="00B0F0"/>
          </a:solidFill>
        </a:ln>
      </dgm:spPr>
      <dgm:t>
        <a:bodyPr/>
        <a:lstStyle/>
        <a:p>
          <a:r>
            <a:rPr lang="fr-FR" sz="3200" b="1" dirty="0">
              <a:solidFill>
                <a:schemeClr val="bg1"/>
              </a:solidFill>
            </a:rPr>
            <a:t>Un élément en HTML</a:t>
          </a:r>
        </a:p>
      </dgm:t>
    </dgm:pt>
    <dgm:pt modelId="{08FB051D-0E03-4EA3-8163-4DA95AE0F884}" type="parTrans" cxnId="{7BDEF2B4-BDC7-4DF1-835A-8793C56AAFE5}">
      <dgm:prSet/>
      <dgm:spPr/>
      <dgm:t>
        <a:bodyPr/>
        <a:lstStyle/>
        <a:p>
          <a:endParaRPr lang="fr-FR"/>
        </a:p>
      </dgm:t>
    </dgm:pt>
    <dgm:pt modelId="{85AFA0A9-3687-43F1-B6C2-EF66D1582212}" type="sibTrans" cxnId="{7BDEF2B4-BDC7-4DF1-835A-8793C56AAFE5}">
      <dgm:prSet/>
      <dgm:spPr/>
      <dgm:t>
        <a:bodyPr/>
        <a:lstStyle/>
        <a:p>
          <a:endParaRPr lang="fr-FR"/>
        </a:p>
      </dgm:t>
    </dgm:pt>
    <dgm:pt modelId="{141BE11C-1F75-4148-BD02-FBA071BFAF73}">
      <dgm:prSet phldrT="[Texte]" custT="1"/>
      <dgm:spPr>
        <a:noFill/>
        <a:ln w="38100">
          <a:solidFill>
            <a:srgbClr val="00B0F0"/>
          </a:solidFill>
        </a:ln>
      </dgm:spPr>
      <dgm:t>
        <a:bodyPr/>
        <a:lstStyle/>
        <a:p>
          <a:r>
            <a:rPr lang="fr-FR" sz="2400" b="1" dirty="0">
              <a:solidFill>
                <a:srgbClr val="00B0F0"/>
              </a:solidFill>
            </a:rPr>
            <a:t>Paire</a:t>
          </a:r>
          <a:r>
            <a:rPr lang="fr-FR" sz="2400" b="1" dirty="0"/>
            <a:t> </a:t>
          </a:r>
          <a:r>
            <a:rPr lang="fr-FR" sz="2400" b="1" dirty="0">
              <a:solidFill>
                <a:schemeClr val="accent2"/>
              </a:solidFill>
            </a:rPr>
            <a:t>de</a:t>
          </a:r>
          <a:r>
            <a:rPr lang="fr-FR" sz="2400" b="1" dirty="0"/>
            <a:t> </a:t>
          </a:r>
          <a:r>
            <a:rPr lang="fr-FR" sz="2400" b="1" dirty="0">
              <a:solidFill>
                <a:srgbClr val="00B050"/>
              </a:solidFill>
            </a:rPr>
            <a:t>Balise</a:t>
          </a:r>
          <a:r>
            <a:rPr lang="fr-FR" sz="2400" b="1" dirty="0"/>
            <a:t> </a:t>
          </a:r>
          <a:r>
            <a:rPr lang="fr-FR" sz="2400" b="1" dirty="0">
              <a:solidFill>
                <a:schemeClr val="accent2"/>
              </a:solidFill>
            </a:rPr>
            <a:t>:</a:t>
          </a:r>
        </a:p>
        <a:p>
          <a:r>
            <a:rPr lang="fr-FR" sz="2400" b="1" dirty="0">
              <a:solidFill>
                <a:schemeClr val="bg1"/>
              </a:solidFill>
            </a:rPr>
            <a:t>Balise ouvrante : &lt;p&gt;</a:t>
          </a:r>
        </a:p>
        <a:p>
          <a:r>
            <a:rPr lang="fr-FR" sz="2400" b="1" dirty="0">
              <a:solidFill>
                <a:schemeClr val="bg1"/>
              </a:solidFill>
            </a:rPr>
            <a:t>Balise fermante : &lt;/p&gt;</a:t>
          </a:r>
          <a:endParaRPr lang="fr-FR" sz="1400" b="1" dirty="0">
            <a:solidFill>
              <a:schemeClr val="bg1"/>
            </a:solidFill>
          </a:endParaRPr>
        </a:p>
      </dgm:t>
    </dgm:pt>
    <dgm:pt modelId="{833AA3AB-F993-4D9A-A542-D7298C2BED0F}" type="parTrans" cxnId="{03E70709-68CD-4966-ACDD-1D6E1BDA0188}">
      <dgm:prSet/>
      <dgm:spPr>
        <a:ln w="38100">
          <a:solidFill>
            <a:srgbClr val="00B0F0"/>
          </a:solidFill>
        </a:ln>
      </dgm:spPr>
      <dgm:t>
        <a:bodyPr/>
        <a:lstStyle/>
        <a:p>
          <a:endParaRPr lang="fr-FR"/>
        </a:p>
      </dgm:t>
    </dgm:pt>
    <dgm:pt modelId="{8C037175-8D6E-4B19-B18B-2BA2494BDFB3}" type="sibTrans" cxnId="{03E70709-68CD-4966-ACDD-1D6E1BDA0188}">
      <dgm:prSet/>
      <dgm:spPr/>
      <dgm:t>
        <a:bodyPr/>
        <a:lstStyle/>
        <a:p>
          <a:endParaRPr lang="fr-FR"/>
        </a:p>
      </dgm:t>
    </dgm:pt>
    <dgm:pt modelId="{E6530958-75CF-4CCD-8D31-8DD2393C31B2}">
      <dgm:prSet phldrT="[Texte]" custT="1"/>
      <dgm:spPr>
        <a:noFill/>
        <a:ln w="38100">
          <a:solidFill>
            <a:srgbClr val="00B0F0"/>
          </a:solidFill>
        </a:ln>
      </dgm:spPr>
      <dgm:t>
        <a:bodyPr/>
        <a:lstStyle/>
        <a:p>
          <a:r>
            <a:rPr lang="fr-FR" sz="2400" b="1" dirty="0">
              <a:solidFill>
                <a:srgbClr val="00B050"/>
              </a:solidFill>
            </a:rPr>
            <a:t>Balise</a:t>
          </a:r>
          <a:r>
            <a:rPr lang="fr-FR" sz="2400" b="1" dirty="0"/>
            <a:t> </a:t>
          </a:r>
          <a:r>
            <a:rPr lang="fr-FR" sz="2400" b="1" dirty="0">
              <a:solidFill>
                <a:srgbClr val="00B0F0"/>
              </a:solidFill>
            </a:rPr>
            <a:t>orpheline</a:t>
          </a:r>
          <a:r>
            <a:rPr lang="fr-FR" sz="2400" b="1" dirty="0"/>
            <a:t>:</a:t>
          </a:r>
        </a:p>
        <a:p>
          <a:r>
            <a:rPr lang="fr-FR" sz="2400" b="1" dirty="0">
              <a:solidFill>
                <a:schemeClr val="bg1"/>
              </a:solidFill>
            </a:rPr>
            <a:t>&lt;</a:t>
          </a:r>
          <a:r>
            <a:rPr lang="fr-FR" sz="2400" b="1" dirty="0" err="1">
              <a:solidFill>
                <a:schemeClr val="bg1"/>
              </a:solidFill>
            </a:rPr>
            <a:t>br</a:t>
          </a:r>
          <a:r>
            <a:rPr lang="fr-FR" sz="2400" b="1" dirty="0">
              <a:solidFill>
                <a:schemeClr val="bg1"/>
              </a:solidFill>
            </a:rPr>
            <a:t>/&gt;</a:t>
          </a:r>
        </a:p>
      </dgm:t>
    </dgm:pt>
    <dgm:pt modelId="{74CD8E81-7E8C-4F1D-91ED-75341E2D8476}" type="parTrans" cxnId="{502C1ED6-877E-4C51-85FD-41029CE761A0}">
      <dgm:prSet/>
      <dgm:spPr>
        <a:ln w="38100">
          <a:solidFill>
            <a:srgbClr val="00B0F0"/>
          </a:solidFill>
        </a:ln>
      </dgm:spPr>
      <dgm:t>
        <a:bodyPr/>
        <a:lstStyle/>
        <a:p>
          <a:endParaRPr lang="fr-FR"/>
        </a:p>
      </dgm:t>
    </dgm:pt>
    <dgm:pt modelId="{40A59EB5-E1B7-4EBB-9D63-05030DB980D1}" type="sibTrans" cxnId="{502C1ED6-877E-4C51-85FD-41029CE761A0}">
      <dgm:prSet/>
      <dgm:spPr/>
      <dgm:t>
        <a:bodyPr/>
        <a:lstStyle/>
        <a:p>
          <a:endParaRPr lang="fr-FR"/>
        </a:p>
      </dgm:t>
    </dgm:pt>
    <dgm:pt modelId="{6151C81F-60B6-43A0-AD6E-4E511011FA1B}" type="pres">
      <dgm:prSet presAssocID="{09FD36C4-3C73-4399-A0CA-6D6C08F1113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7DE96A2-58C2-40D5-BD6F-58DF6876D02A}" type="pres">
      <dgm:prSet presAssocID="{C422DA16-5219-448B-B7DC-66FD58865B75}" presName="hierRoot1" presStyleCnt="0">
        <dgm:presLayoutVars>
          <dgm:hierBranch val="init"/>
        </dgm:presLayoutVars>
      </dgm:prSet>
      <dgm:spPr/>
    </dgm:pt>
    <dgm:pt modelId="{130CF4BF-57A7-49D2-BFC2-4F2ED4C44708}" type="pres">
      <dgm:prSet presAssocID="{C422DA16-5219-448B-B7DC-66FD58865B75}" presName="rootComposite1" presStyleCnt="0"/>
      <dgm:spPr/>
    </dgm:pt>
    <dgm:pt modelId="{AD4BA246-5B9E-4972-8B13-3E3E3912913B}" type="pres">
      <dgm:prSet presAssocID="{C422DA16-5219-448B-B7DC-66FD58865B75}" presName="rootText1" presStyleLbl="node0" presStyleIdx="0" presStyleCnt="1" custScaleX="74177" custScaleY="47610">
        <dgm:presLayoutVars>
          <dgm:chPref val="3"/>
        </dgm:presLayoutVars>
      </dgm:prSet>
      <dgm:spPr/>
    </dgm:pt>
    <dgm:pt modelId="{7145A12C-BE9C-41A2-9BF4-8BFF6AD66757}" type="pres">
      <dgm:prSet presAssocID="{C422DA16-5219-448B-B7DC-66FD58865B75}" presName="rootConnector1" presStyleLbl="node1" presStyleIdx="0" presStyleCnt="0"/>
      <dgm:spPr/>
    </dgm:pt>
    <dgm:pt modelId="{FD1D2820-62C0-41C4-8B26-BD6E04CBD815}" type="pres">
      <dgm:prSet presAssocID="{C422DA16-5219-448B-B7DC-66FD58865B75}" presName="hierChild2" presStyleCnt="0"/>
      <dgm:spPr/>
    </dgm:pt>
    <dgm:pt modelId="{4BE632F0-45F0-4210-9A92-C8C29E44F97F}" type="pres">
      <dgm:prSet presAssocID="{833AA3AB-F993-4D9A-A542-D7298C2BED0F}" presName="Name37" presStyleLbl="parChTrans1D2" presStyleIdx="0" presStyleCnt="2"/>
      <dgm:spPr/>
    </dgm:pt>
    <dgm:pt modelId="{6362030C-9F2A-455F-B2C0-45D5547D96BF}" type="pres">
      <dgm:prSet presAssocID="{141BE11C-1F75-4148-BD02-FBA071BFAF73}" presName="hierRoot2" presStyleCnt="0">
        <dgm:presLayoutVars>
          <dgm:hierBranch val="init"/>
        </dgm:presLayoutVars>
      </dgm:prSet>
      <dgm:spPr/>
    </dgm:pt>
    <dgm:pt modelId="{292207CB-4E55-4B50-9710-367CC08E1EB2}" type="pres">
      <dgm:prSet presAssocID="{141BE11C-1F75-4148-BD02-FBA071BFAF73}" presName="rootComposite" presStyleCnt="0"/>
      <dgm:spPr/>
    </dgm:pt>
    <dgm:pt modelId="{707D6099-6170-4779-883D-9CD5669F547D}" type="pres">
      <dgm:prSet presAssocID="{141BE11C-1F75-4148-BD02-FBA071BFAF73}" presName="rootText" presStyleLbl="node2" presStyleIdx="0" presStyleCnt="2" custScaleX="59689" custScaleY="57385" custLinFactNeighborX="1056" custLinFactNeighborY="1044">
        <dgm:presLayoutVars>
          <dgm:chPref val="3"/>
        </dgm:presLayoutVars>
      </dgm:prSet>
      <dgm:spPr/>
    </dgm:pt>
    <dgm:pt modelId="{68BCA2B5-4770-40D4-8739-EE869CD77211}" type="pres">
      <dgm:prSet presAssocID="{141BE11C-1F75-4148-BD02-FBA071BFAF73}" presName="rootConnector" presStyleLbl="node2" presStyleIdx="0" presStyleCnt="2"/>
      <dgm:spPr/>
    </dgm:pt>
    <dgm:pt modelId="{83B023E8-55EC-4B50-AF04-64796772BBAD}" type="pres">
      <dgm:prSet presAssocID="{141BE11C-1F75-4148-BD02-FBA071BFAF73}" presName="hierChild4" presStyleCnt="0"/>
      <dgm:spPr/>
    </dgm:pt>
    <dgm:pt modelId="{FD5FA544-031F-4552-9E0F-807BDC4AAC35}" type="pres">
      <dgm:prSet presAssocID="{141BE11C-1F75-4148-BD02-FBA071BFAF73}" presName="hierChild5" presStyleCnt="0"/>
      <dgm:spPr/>
    </dgm:pt>
    <dgm:pt modelId="{390835B1-6CF3-4918-AA64-4A3F6DC42143}" type="pres">
      <dgm:prSet presAssocID="{74CD8E81-7E8C-4F1D-91ED-75341E2D8476}" presName="Name37" presStyleLbl="parChTrans1D2" presStyleIdx="1" presStyleCnt="2"/>
      <dgm:spPr/>
    </dgm:pt>
    <dgm:pt modelId="{E45E1DD5-4E46-4985-85F5-34D40BFF65CE}" type="pres">
      <dgm:prSet presAssocID="{E6530958-75CF-4CCD-8D31-8DD2393C31B2}" presName="hierRoot2" presStyleCnt="0">
        <dgm:presLayoutVars>
          <dgm:hierBranch val="init"/>
        </dgm:presLayoutVars>
      </dgm:prSet>
      <dgm:spPr/>
    </dgm:pt>
    <dgm:pt modelId="{D9DA9464-3495-46FF-BB5E-A86E999A1AAC}" type="pres">
      <dgm:prSet presAssocID="{E6530958-75CF-4CCD-8D31-8DD2393C31B2}" presName="rootComposite" presStyleCnt="0"/>
      <dgm:spPr/>
    </dgm:pt>
    <dgm:pt modelId="{BC92587E-1465-462C-ADF1-8E8DE9FB7CB1}" type="pres">
      <dgm:prSet presAssocID="{E6530958-75CF-4CCD-8D31-8DD2393C31B2}" presName="rootText" presStyleLbl="node2" presStyleIdx="1" presStyleCnt="2" custScaleX="50344" custScaleY="53905" custLinFactNeighborX="25" custLinFactNeighborY="1310">
        <dgm:presLayoutVars>
          <dgm:chPref val="3"/>
        </dgm:presLayoutVars>
      </dgm:prSet>
      <dgm:spPr/>
    </dgm:pt>
    <dgm:pt modelId="{1CEFD0E0-70C0-4C01-95DF-88E73832F9E6}" type="pres">
      <dgm:prSet presAssocID="{E6530958-75CF-4CCD-8D31-8DD2393C31B2}" presName="rootConnector" presStyleLbl="node2" presStyleIdx="1" presStyleCnt="2"/>
      <dgm:spPr/>
    </dgm:pt>
    <dgm:pt modelId="{012C3849-4530-442A-B7DB-3C3F71BED99C}" type="pres">
      <dgm:prSet presAssocID="{E6530958-75CF-4CCD-8D31-8DD2393C31B2}" presName="hierChild4" presStyleCnt="0"/>
      <dgm:spPr/>
    </dgm:pt>
    <dgm:pt modelId="{11D0B885-63A8-418F-B2C8-D07BB0F9C25F}" type="pres">
      <dgm:prSet presAssocID="{E6530958-75CF-4CCD-8D31-8DD2393C31B2}" presName="hierChild5" presStyleCnt="0"/>
      <dgm:spPr/>
    </dgm:pt>
    <dgm:pt modelId="{B0BCE20A-FB4E-420F-BC44-710C58FBECF4}" type="pres">
      <dgm:prSet presAssocID="{C422DA16-5219-448B-B7DC-66FD58865B75}" presName="hierChild3" presStyleCnt="0"/>
      <dgm:spPr/>
    </dgm:pt>
  </dgm:ptLst>
  <dgm:cxnLst>
    <dgm:cxn modelId="{03E70709-68CD-4966-ACDD-1D6E1BDA0188}" srcId="{C422DA16-5219-448B-B7DC-66FD58865B75}" destId="{141BE11C-1F75-4148-BD02-FBA071BFAF73}" srcOrd="0" destOrd="0" parTransId="{833AA3AB-F993-4D9A-A542-D7298C2BED0F}" sibTransId="{8C037175-8D6E-4B19-B18B-2BA2494BDFB3}"/>
    <dgm:cxn modelId="{F60D3F14-7A15-4F6F-B5D8-893429090C1C}" type="presOf" srcId="{833AA3AB-F993-4D9A-A542-D7298C2BED0F}" destId="{4BE632F0-45F0-4210-9A92-C8C29E44F97F}" srcOrd="0" destOrd="0" presId="urn:microsoft.com/office/officeart/2005/8/layout/orgChart1"/>
    <dgm:cxn modelId="{BCA94B14-6A91-49FA-B992-43FFC64A6AAC}" type="presOf" srcId="{09FD36C4-3C73-4399-A0CA-6D6C08F11132}" destId="{6151C81F-60B6-43A0-AD6E-4E511011FA1B}" srcOrd="0" destOrd="0" presId="urn:microsoft.com/office/officeart/2005/8/layout/orgChart1"/>
    <dgm:cxn modelId="{46115919-48D5-4EF7-A2A2-FB8EF503B6A0}" type="presOf" srcId="{C422DA16-5219-448B-B7DC-66FD58865B75}" destId="{AD4BA246-5B9E-4972-8B13-3E3E3912913B}" srcOrd="0" destOrd="0" presId="urn:microsoft.com/office/officeart/2005/8/layout/orgChart1"/>
    <dgm:cxn modelId="{1CFA1534-8EC6-4C13-8AF9-10342A29DE46}" type="presOf" srcId="{141BE11C-1F75-4148-BD02-FBA071BFAF73}" destId="{68BCA2B5-4770-40D4-8739-EE869CD77211}" srcOrd="1" destOrd="0" presId="urn:microsoft.com/office/officeart/2005/8/layout/orgChart1"/>
    <dgm:cxn modelId="{F5B51F44-5EDF-4E41-83EC-141FA2396F11}" type="presOf" srcId="{141BE11C-1F75-4148-BD02-FBA071BFAF73}" destId="{707D6099-6170-4779-883D-9CD5669F547D}" srcOrd="0" destOrd="0" presId="urn:microsoft.com/office/officeart/2005/8/layout/orgChart1"/>
    <dgm:cxn modelId="{112AE370-7AE1-4AD7-AEA8-AEBBB2024256}" type="presOf" srcId="{74CD8E81-7E8C-4F1D-91ED-75341E2D8476}" destId="{390835B1-6CF3-4918-AA64-4A3F6DC42143}" srcOrd="0" destOrd="0" presId="urn:microsoft.com/office/officeart/2005/8/layout/orgChart1"/>
    <dgm:cxn modelId="{91211554-A4B0-44F9-8E55-5DBBC08903C0}" type="presOf" srcId="{C422DA16-5219-448B-B7DC-66FD58865B75}" destId="{7145A12C-BE9C-41A2-9BF4-8BFF6AD66757}" srcOrd="1" destOrd="0" presId="urn:microsoft.com/office/officeart/2005/8/layout/orgChart1"/>
    <dgm:cxn modelId="{5114BA7D-50C6-4E22-9D33-F38A88588F0F}" type="presOf" srcId="{E6530958-75CF-4CCD-8D31-8DD2393C31B2}" destId="{1CEFD0E0-70C0-4C01-95DF-88E73832F9E6}" srcOrd="1" destOrd="0" presId="urn:microsoft.com/office/officeart/2005/8/layout/orgChart1"/>
    <dgm:cxn modelId="{13A1FF80-E00C-420B-A8E1-39DB1A467B4D}" type="presOf" srcId="{E6530958-75CF-4CCD-8D31-8DD2393C31B2}" destId="{BC92587E-1465-462C-ADF1-8E8DE9FB7CB1}" srcOrd="0" destOrd="0" presId="urn:microsoft.com/office/officeart/2005/8/layout/orgChart1"/>
    <dgm:cxn modelId="{7BDEF2B4-BDC7-4DF1-835A-8793C56AAFE5}" srcId="{09FD36C4-3C73-4399-A0CA-6D6C08F11132}" destId="{C422DA16-5219-448B-B7DC-66FD58865B75}" srcOrd="0" destOrd="0" parTransId="{08FB051D-0E03-4EA3-8163-4DA95AE0F884}" sibTransId="{85AFA0A9-3687-43F1-B6C2-EF66D1582212}"/>
    <dgm:cxn modelId="{502C1ED6-877E-4C51-85FD-41029CE761A0}" srcId="{C422DA16-5219-448B-B7DC-66FD58865B75}" destId="{E6530958-75CF-4CCD-8D31-8DD2393C31B2}" srcOrd="1" destOrd="0" parTransId="{74CD8E81-7E8C-4F1D-91ED-75341E2D8476}" sibTransId="{40A59EB5-E1B7-4EBB-9D63-05030DB980D1}"/>
    <dgm:cxn modelId="{0EBA8753-9A3C-4CCB-8AB1-1856F7AB6C2C}" type="presParOf" srcId="{6151C81F-60B6-43A0-AD6E-4E511011FA1B}" destId="{E7DE96A2-58C2-40D5-BD6F-58DF6876D02A}" srcOrd="0" destOrd="0" presId="urn:microsoft.com/office/officeart/2005/8/layout/orgChart1"/>
    <dgm:cxn modelId="{20F78A20-5AB1-431B-89BC-551DA968D032}" type="presParOf" srcId="{E7DE96A2-58C2-40D5-BD6F-58DF6876D02A}" destId="{130CF4BF-57A7-49D2-BFC2-4F2ED4C44708}" srcOrd="0" destOrd="0" presId="urn:microsoft.com/office/officeart/2005/8/layout/orgChart1"/>
    <dgm:cxn modelId="{ACBA4453-9A5C-4827-89B3-B169CB6CD465}" type="presParOf" srcId="{130CF4BF-57A7-49D2-BFC2-4F2ED4C44708}" destId="{AD4BA246-5B9E-4972-8B13-3E3E3912913B}" srcOrd="0" destOrd="0" presId="urn:microsoft.com/office/officeart/2005/8/layout/orgChart1"/>
    <dgm:cxn modelId="{E7CA288C-DD35-4D2A-BD1E-1AA8B0A525A0}" type="presParOf" srcId="{130CF4BF-57A7-49D2-BFC2-4F2ED4C44708}" destId="{7145A12C-BE9C-41A2-9BF4-8BFF6AD66757}" srcOrd="1" destOrd="0" presId="urn:microsoft.com/office/officeart/2005/8/layout/orgChart1"/>
    <dgm:cxn modelId="{A8BCD9B4-4B13-4060-8766-9500CB6033F5}" type="presParOf" srcId="{E7DE96A2-58C2-40D5-BD6F-58DF6876D02A}" destId="{FD1D2820-62C0-41C4-8B26-BD6E04CBD815}" srcOrd="1" destOrd="0" presId="urn:microsoft.com/office/officeart/2005/8/layout/orgChart1"/>
    <dgm:cxn modelId="{9990561A-50C2-4C7D-BEDA-47C46A3E3750}" type="presParOf" srcId="{FD1D2820-62C0-41C4-8B26-BD6E04CBD815}" destId="{4BE632F0-45F0-4210-9A92-C8C29E44F97F}" srcOrd="0" destOrd="0" presId="urn:microsoft.com/office/officeart/2005/8/layout/orgChart1"/>
    <dgm:cxn modelId="{AD9F868F-015D-42C3-AD20-503638820495}" type="presParOf" srcId="{FD1D2820-62C0-41C4-8B26-BD6E04CBD815}" destId="{6362030C-9F2A-455F-B2C0-45D5547D96BF}" srcOrd="1" destOrd="0" presId="urn:microsoft.com/office/officeart/2005/8/layout/orgChart1"/>
    <dgm:cxn modelId="{8C55A27B-B26A-44A9-A0A6-BEE451F684D8}" type="presParOf" srcId="{6362030C-9F2A-455F-B2C0-45D5547D96BF}" destId="{292207CB-4E55-4B50-9710-367CC08E1EB2}" srcOrd="0" destOrd="0" presId="urn:microsoft.com/office/officeart/2005/8/layout/orgChart1"/>
    <dgm:cxn modelId="{1C453FF0-D536-4CAE-B9D6-7CCA1A501788}" type="presParOf" srcId="{292207CB-4E55-4B50-9710-367CC08E1EB2}" destId="{707D6099-6170-4779-883D-9CD5669F547D}" srcOrd="0" destOrd="0" presId="urn:microsoft.com/office/officeart/2005/8/layout/orgChart1"/>
    <dgm:cxn modelId="{4B6E47D7-621C-42D3-9228-2FC6C7968A52}" type="presParOf" srcId="{292207CB-4E55-4B50-9710-367CC08E1EB2}" destId="{68BCA2B5-4770-40D4-8739-EE869CD77211}" srcOrd="1" destOrd="0" presId="urn:microsoft.com/office/officeart/2005/8/layout/orgChart1"/>
    <dgm:cxn modelId="{21027D1F-2CA3-4441-92E5-91BF5E905F62}" type="presParOf" srcId="{6362030C-9F2A-455F-B2C0-45D5547D96BF}" destId="{83B023E8-55EC-4B50-AF04-64796772BBAD}" srcOrd="1" destOrd="0" presId="urn:microsoft.com/office/officeart/2005/8/layout/orgChart1"/>
    <dgm:cxn modelId="{FC0FA8AE-D745-425A-8185-8F2245DD3F46}" type="presParOf" srcId="{6362030C-9F2A-455F-B2C0-45D5547D96BF}" destId="{FD5FA544-031F-4552-9E0F-807BDC4AAC35}" srcOrd="2" destOrd="0" presId="urn:microsoft.com/office/officeart/2005/8/layout/orgChart1"/>
    <dgm:cxn modelId="{A45F4ED1-D5CA-401B-BE6F-68544AEF548A}" type="presParOf" srcId="{FD1D2820-62C0-41C4-8B26-BD6E04CBD815}" destId="{390835B1-6CF3-4918-AA64-4A3F6DC42143}" srcOrd="2" destOrd="0" presId="urn:microsoft.com/office/officeart/2005/8/layout/orgChart1"/>
    <dgm:cxn modelId="{0747695A-451F-4AD1-A0C9-02667DEDF95D}" type="presParOf" srcId="{FD1D2820-62C0-41C4-8B26-BD6E04CBD815}" destId="{E45E1DD5-4E46-4985-85F5-34D40BFF65CE}" srcOrd="3" destOrd="0" presId="urn:microsoft.com/office/officeart/2005/8/layout/orgChart1"/>
    <dgm:cxn modelId="{98A1C8F0-02BD-4651-8F77-635AFE0B6779}" type="presParOf" srcId="{E45E1DD5-4E46-4985-85F5-34D40BFF65CE}" destId="{D9DA9464-3495-46FF-BB5E-A86E999A1AAC}" srcOrd="0" destOrd="0" presId="urn:microsoft.com/office/officeart/2005/8/layout/orgChart1"/>
    <dgm:cxn modelId="{3D6F9DE3-53D6-4874-BDAF-27C131CF35B3}" type="presParOf" srcId="{D9DA9464-3495-46FF-BB5E-A86E999A1AAC}" destId="{BC92587E-1465-462C-ADF1-8E8DE9FB7CB1}" srcOrd="0" destOrd="0" presId="urn:microsoft.com/office/officeart/2005/8/layout/orgChart1"/>
    <dgm:cxn modelId="{08203B24-FB1B-45B0-B1F4-E5DB691E85E1}" type="presParOf" srcId="{D9DA9464-3495-46FF-BB5E-A86E999A1AAC}" destId="{1CEFD0E0-70C0-4C01-95DF-88E73832F9E6}" srcOrd="1" destOrd="0" presId="urn:microsoft.com/office/officeart/2005/8/layout/orgChart1"/>
    <dgm:cxn modelId="{212837CF-C46B-401A-A01F-3141E1D357D1}" type="presParOf" srcId="{E45E1DD5-4E46-4985-85F5-34D40BFF65CE}" destId="{012C3849-4530-442A-B7DB-3C3F71BED99C}" srcOrd="1" destOrd="0" presId="urn:microsoft.com/office/officeart/2005/8/layout/orgChart1"/>
    <dgm:cxn modelId="{3478B4B5-AA36-4339-97AE-5D55AEEF5887}" type="presParOf" srcId="{E45E1DD5-4E46-4985-85F5-34D40BFF65CE}" destId="{11D0B885-63A8-418F-B2C8-D07BB0F9C25F}" srcOrd="2" destOrd="0" presId="urn:microsoft.com/office/officeart/2005/8/layout/orgChart1"/>
    <dgm:cxn modelId="{A90E9B0B-E7BC-465C-954F-CC5ADC7E989F}" type="presParOf" srcId="{E7DE96A2-58C2-40D5-BD6F-58DF6876D02A}" destId="{B0BCE20A-FB4E-420F-BC44-710C58FBECF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2C1D1D9-6659-413D-B47A-BF93E2AA14C2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1"/>
      <dgm:spPr/>
    </dgm:pt>
    <dgm:pt modelId="{FAF65054-BFD4-4438-A0DF-32D8752EC65D}">
      <dgm:prSet phldrT="[Texte]" phldr="1"/>
      <dgm:spPr/>
      <dgm:t>
        <a:bodyPr/>
        <a:lstStyle/>
        <a:p>
          <a:endParaRPr lang="fr-FR"/>
        </a:p>
      </dgm:t>
    </dgm:pt>
    <dgm:pt modelId="{D72F8192-6EB4-4077-9399-D7B07C956B32}" type="parTrans" cxnId="{849AD463-5D29-4409-9647-7FB2E5EEDE45}">
      <dgm:prSet/>
      <dgm:spPr/>
      <dgm:t>
        <a:bodyPr/>
        <a:lstStyle/>
        <a:p>
          <a:endParaRPr lang="fr-FR"/>
        </a:p>
      </dgm:t>
    </dgm:pt>
    <dgm:pt modelId="{880DCCAA-CAE7-4FF3-97AE-4E2A93039598}" type="sibTrans" cxnId="{849AD463-5D29-4409-9647-7FB2E5EEDE45}">
      <dgm:prSet/>
      <dgm:spPr/>
      <dgm:t>
        <a:bodyPr/>
        <a:lstStyle/>
        <a:p>
          <a:endParaRPr lang="fr-FR"/>
        </a:p>
      </dgm:t>
    </dgm:pt>
    <dgm:pt modelId="{38511F89-D182-415E-9781-FA22BA57CEE6}">
      <dgm:prSet phldrT="[Texte]" custT="1"/>
      <dgm:spPr/>
      <dgm:t>
        <a:bodyPr/>
        <a:lstStyle/>
        <a:p>
          <a:r>
            <a:rPr lang="fr-FR" sz="2000" b="1" dirty="0"/>
            <a:t>A la sortie</a:t>
          </a:r>
        </a:p>
      </dgm:t>
    </dgm:pt>
    <dgm:pt modelId="{FAD91853-C1B7-46C1-AB13-A6D77772949A}" type="parTrans" cxnId="{AA18D93F-782A-4AF6-95F7-CB39425AEBF2}">
      <dgm:prSet/>
      <dgm:spPr/>
      <dgm:t>
        <a:bodyPr/>
        <a:lstStyle/>
        <a:p>
          <a:endParaRPr lang="fr-FR"/>
        </a:p>
      </dgm:t>
    </dgm:pt>
    <dgm:pt modelId="{F481CD89-7A18-49B8-A7C7-6AE08CD40C6B}" type="sibTrans" cxnId="{AA18D93F-782A-4AF6-95F7-CB39425AEBF2}">
      <dgm:prSet/>
      <dgm:spPr/>
      <dgm:t>
        <a:bodyPr/>
        <a:lstStyle/>
        <a:p>
          <a:endParaRPr lang="fr-FR"/>
        </a:p>
      </dgm:t>
    </dgm:pt>
    <dgm:pt modelId="{2E9F7D9D-23A1-4211-B43C-1CCC3427E04E}">
      <dgm:prSet phldrT="[Texte]" phldr="1"/>
      <dgm:spPr/>
      <dgm:t>
        <a:bodyPr/>
        <a:lstStyle/>
        <a:p>
          <a:endParaRPr lang="fr-FR" dirty="0"/>
        </a:p>
      </dgm:t>
    </dgm:pt>
    <dgm:pt modelId="{BE41DCCA-668C-49CE-810A-FC037BA64D98}" type="parTrans" cxnId="{4D11519F-F00D-4F74-B4BF-4AFF2442D71C}">
      <dgm:prSet/>
      <dgm:spPr/>
      <dgm:t>
        <a:bodyPr/>
        <a:lstStyle/>
        <a:p>
          <a:endParaRPr lang="fr-FR"/>
        </a:p>
      </dgm:t>
    </dgm:pt>
    <dgm:pt modelId="{E2748769-532C-4DAC-98BF-11C40075FC67}" type="sibTrans" cxnId="{4D11519F-F00D-4F74-B4BF-4AFF2442D71C}">
      <dgm:prSet/>
      <dgm:spPr/>
      <dgm:t>
        <a:bodyPr/>
        <a:lstStyle/>
        <a:p>
          <a:endParaRPr lang="fr-FR"/>
        </a:p>
      </dgm:t>
    </dgm:pt>
    <dgm:pt modelId="{4F397C0A-8E7D-4AB6-ACC9-7418B2E8616A}" type="pres">
      <dgm:prSet presAssocID="{02C1D1D9-6659-413D-B47A-BF93E2AA14C2}" presName="Name0" presStyleCnt="0">
        <dgm:presLayoutVars>
          <dgm:dir/>
          <dgm:animLvl val="lvl"/>
          <dgm:resizeHandles val="exact"/>
        </dgm:presLayoutVars>
      </dgm:prSet>
      <dgm:spPr/>
    </dgm:pt>
    <dgm:pt modelId="{C87587EB-86B4-414D-AEDE-FC16DD5CAFDC}" type="pres">
      <dgm:prSet presAssocID="{02C1D1D9-6659-413D-B47A-BF93E2AA14C2}" presName="dummy" presStyleCnt="0"/>
      <dgm:spPr/>
    </dgm:pt>
    <dgm:pt modelId="{6423F0B8-637F-4906-9D5D-4ADCC279E3F1}" type="pres">
      <dgm:prSet presAssocID="{02C1D1D9-6659-413D-B47A-BF93E2AA14C2}" presName="linH" presStyleCnt="0"/>
      <dgm:spPr/>
    </dgm:pt>
    <dgm:pt modelId="{F650846B-1BA9-4BFF-A65E-B94A97C5FA57}" type="pres">
      <dgm:prSet presAssocID="{02C1D1D9-6659-413D-B47A-BF93E2AA14C2}" presName="padding1" presStyleCnt="0"/>
      <dgm:spPr/>
    </dgm:pt>
    <dgm:pt modelId="{35E5A3D1-D32F-4661-8775-75BA5F411AB2}" type="pres">
      <dgm:prSet presAssocID="{FAF65054-BFD4-4438-A0DF-32D8752EC65D}" presName="linV" presStyleCnt="0"/>
      <dgm:spPr/>
    </dgm:pt>
    <dgm:pt modelId="{ACC269E7-A611-40D3-9329-62127324BDD2}" type="pres">
      <dgm:prSet presAssocID="{FAF65054-BFD4-4438-A0DF-32D8752EC65D}" presName="spVertical1" presStyleCnt="0"/>
      <dgm:spPr/>
    </dgm:pt>
    <dgm:pt modelId="{8BEC76D8-7DFE-4A27-86A5-5085A61F5FC2}" type="pres">
      <dgm:prSet presAssocID="{FAF65054-BFD4-4438-A0DF-32D8752EC65D}" presName="parTx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89FC30E8-C954-4E2A-A63B-CE9AF576ED07}" type="pres">
      <dgm:prSet presAssocID="{FAF65054-BFD4-4438-A0DF-32D8752EC65D}" presName="spVertical2" presStyleCnt="0"/>
      <dgm:spPr/>
    </dgm:pt>
    <dgm:pt modelId="{2BD3C02D-139F-47C2-87ED-5359D32F8714}" type="pres">
      <dgm:prSet presAssocID="{FAF65054-BFD4-4438-A0DF-32D8752EC65D}" presName="spVertical3" presStyleCnt="0"/>
      <dgm:spPr/>
    </dgm:pt>
    <dgm:pt modelId="{EE07F6EC-1C94-4ECC-AE74-637A3BBD912C}" type="pres">
      <dgm:prSet presAssocID="{880DCCAA-CAE7-4FF3-97AE-4E2A93039598}" presName="space" presStyleCnt="0"/>
      <dgm:spPr/>
    </dgm:pt>
    <dgm:pt modelId="{DDC209EB-5101-420A-9FD4-573ECC1C92A5}" type="pres">
      <dgm:prSet presAssocID="{38511F89-D182-415E-9781-FA22BA57CEE6}" presName="linV" presStyleCnt="0"/>
      <dgm:spPr/>
    </dgm:pt>
    <dgm:pt modelId="{704C4461-23E6-4A48-9808-3119123177DB}" type="pres">
      <dgm:prSet presAssocID="{38511F89-D182-415E-9781-FA22BA57CEE6}" presName="spVertical1" presStyleCnt="0"/>
      <dgm:spPr/>
    </dgm:pt>
    <dgm:pt modelId="{2DB32E54-8F5E-4756-8A61-265404261946}" type="pres">
      <dgm:prSet presAssocID="{38511F89-D182-415E-9781-FA22BA57CEE6}" presName="parTx" presStyleLbl="revTx" presStyleIdx="1" presStyleCnt="3" custScaleX="253922">
        <dgm:presLayoutVars>
          <dgm:chMax val="0"/>
          <dgm:chPref val="0"/>
          <dgm:bulletEnabled val="1"/>
        </dgm:presLayoutVars>
      </dgm:prSet>
      <dgm:spPr/>
    </dgm:pt>
    <dgm:pt modelId="{A2DDAFCA-2F70-4880-B447-9701375B4AA4}" type="pres">
      <dgm:prSet presAssocID="{38511F89-D182-415E-9781-FA22BA57CEE6}" presName="spVertical2" presStyleCnt="0"/>
      <dgm:spPr/>
    </dgm:pt>
    <dgm:pt modelId="{8772A412-2A3E-40FB-961F-5B3B67A2EC76}" type="pres">
      <dgm:prSet presAssocID="{38511F89-D182-415E-9781-FA22BA57CEE6}" presName="spVertical3" presStyleCnt="0"/>
      <dgm:spPr/>
    </dgm:pt>
    <dgm:pt modelId="{2957E7D9-B04F-4A06-89E0-61B9A01ADF5F}" type="pres">
      <dgm:prSet presAssocID="{F481CD89-7A18-49B8-A7C7-6AE08CD40C6B}" presName="space" presStyleCnt="0"/>
      <dgm:spPr/>
    </dgm:pt>
    <dgm:pt modelId="{10DC71D8-673C-4C22-AEBF-05B59C8DD1C9}" type="pres">
      <dgm:prSet presAssocID="{2E9F7D9D-23A1-4211-B43C-1CCC3427E04E}" presName="linV" presStyleCnt="0"/>
      <dgm:spPr/>
    </dgm:pt>
    <dgm:pt modelId="{77EC4D17-4FDD-48BF-87FF-746DDEF01357}" type="pres">
      <dgm:prSet presAssocID="{2E9F7D9D-23A1-4211-B43C-1CCC3427E04E}" presName="spVertical1" presStyleCnt="0"/>
      <dgm:spPr/>
    </dgm:pt>
    <dgm:pt modelId="{083153F3-669F-4105-87D2-2AA9DC52E279}" type="pres">
      <dgm:prSet presAssocID="{2E9F7D9D-23A1-4211-B43C-1CCC3427E04E}" presName="parTx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7C468CA6-F35C-4D7C-B83B-E3DC4DCBC9DE}" type="pres">
      <dgm:prSet presAssocID="{2E9F7D9D-23A1-4211-B43C-1CCC3427E04E}" presName="spVertical2" presStyleCnt="0"/>
      <dgm:spPr/>
    </dgm:pt>
    <dgm:pt modelId="{F5F0AA80-AA5A-4E4D-8BE9-368014E1E1D8}" type="pres">
      <dgm:prSet presAssocID="{2E9F7D9D-23A1-4211-B43C-1CCC3427E04E}" presName="spVertical3" presStyleCnt="0"/>
      <dgm:spPr/>
    </dgm:pt>
    <dgm:pt modelId="{4F06CAE1-DC42-4EAF-8F4A-D680C3137247}" type="pres">
      <dgm:prSet presAssocID="{02C1D1D9-6659-413D-B47A-BF93E2AA14C2}" presName="padding2" presStyleCnt="0"/>
      <dgm:spPr/>
    </dgm:pt>
    <dgm:pt modelId="{5134AF1A-F4B8-4856-8A3C-EBD2000939C1}" type="pres">
      <dgm:prSet presAssocID="{02C1D1D9-6659-413D-B47A-BF93E2AA14C2}" presName="negArrow" presStyleCnt="0"/>
      <dgm:spPr/>
    </dgm:pt>
    <dgm:pt modelId="{9C9049EF-DE9B-4BE1-B403-467152476993}" type="pres">
      <dgm:prSet presAssocID="{02C1D1D9-6659-413D-B47A-BF93E2AA14C2}" presName="backgroundArrow" presStyleLbl="node1" presStyleIdx="0" presStyleCnt="1"/>
      <dgm:spPr>
        <a:solidFill>
          <a:srgbClr val="00B0F0"/>
        </a:solidFill>
      </dgm:spPr>
    </dgm:pt>
  </dgm:ptLst>
  <dgm:cxnLst>
    <dgm:cxn modelId="{FF5F7216-71B6-4670-952F-BB6ABE7AC51F}" type="presOf" srcId="{38511F89-D182-415E-9781-FA22BA57CEE6}" destId="{2DB32E54-8F5E-4756-8A61-265404261946}" srcOrd="0" destOrd="0" presId="urn:microsoft.com/office/officeart/2005/8/layout/hProcess3"/>
    <dgm:cxn modelId="{AA18D93F-782A-4AF6-95F7-CB39425AEBF2}" srcId="{02C1D1D9-6659-413D-B47A-BF93E2AA14C2}" destId="{38511F89-D182-415E-9781-FA22BA57CEE6}" srcOrd="1" destOrd="0" parTransId="{FAD91853-C1B7-46C1-AB13-A6D77772949A}" sibTransId="{F481CD89-7A18-49B8-A7C7-6AE08CD40C6B}"/>
    <dgm:cxn modelId="{849AD463-5D29-4409-9647-7FB2E5EEDE45}" srcId="{02C1D1D9-6659-413D-B47A-BF93E2AA14C2}" destId="{FAF65054-BFD4-4438-A0DF-32D8752EC65D}" srcOrd="0" destOrd="0" parTransId="{D72F8192-6EB4-4077-9399-D7B07C956B32}" sibTransId="{880DCCAA-CAE7-4FF3-97AE-4E2A93039598}"/>
    <dgm:cxn modelId="{4D11519F-F00D-4F74-B4BF-4AFF2442D71C}" srcId="{02C1D1D9-6659-413D-B47A-BF93E2AA14C2}" destId="{2E9F7D9D-23A1-4211-B43C-1CCC3427E04E}" srcOrd="2" destOrd="0" parTransId="{BE41DCCA-668C-49CE-810A-FC037BA64D98}" sibTransId="{E2748769-532C-4DAC-98BF-11C40075FC67}"/>
    <dgm:cxn modelId="{F2CDD7C5-0D02-4F62-8D3C-7E325A2A627A}" type="presOf" srcId="{02C1D1D9-6659-413D-B47A-BF93E2AA14C2}" destId="{4F397C0A-8E7D-4AB6-ACC9-7418B2E8616A}" srcOrd="0" destOrd="0" presId="urn:microsoft.com/office/officeart/2005/8/layout/hProcess3"/>
    <dgm:cxn modelId="{7D61B4CF-60E8-4100-AF34-714267BF4D1B}" type="presOf" srcId="{FAF65054-BFD4-4438-A0DF-32D8752EC65D}" destId="{8BEC76D8-7DFE-4A27-86A5-5085A61F5FC2}" srcOrd="0" destOrd="0" presId="urn:microsoft.com/office/officeart/2005/8/layout/hProcess3"/>
    <dgm:cxn modelId="{11C465F1-8306-41C9-ABCA-51EB965F0E46}" type="presOf" srcId="{2E9F7D9D-23A1-4211-B43C-1CCC3427E04E}" destId="{083153F3-669F-4105-87D2-2AA9DC52E279}" srcOrd="0" destOrd="0" presId="urn:microsoft.com/office/officeart/2005/8/layout/hProcess3"/>
    <dgm:cxn modelId="{545B6663-1AFA-480A-9629-E9377FD6F939}" type="presParOf" srcId="{4F397C0A-8E7D-4AB6-ACC9-7418B2E8616A}" destId="{C87587EB-86B4-414D-AEDE-FC16DD5CAFDC}" srcOrd="0" destOrd="0" presId="urn:microsoft.com/office/officeart/2005/8/layout/hProcess3"/>
    <dgm:cxn modelId="{0880EC08-23FC-4251-AC32-7C97737CCCA0}" type="presParOf" srcId="{4F397C0A-8E7D-4AB6-ACC9-7418B2E8616A}" destId="{6423F0B8-637F-4906-9D5D-4ADCC279E3F1}" srcOrd="1" destOrd="0" presId="urn:microsoft.com/office/officeart/2005/8/layout/hProcess3"/>
    <dgm:cxn modelId="{60DDE0DF-3372-411E-B509-EFA30C53BC22}" type="presParOf" srcId="{6423F0B8-637F-4906-9D5D-4ADCC279E3F1}" destId="{F650846B-1BA9-4BFF-A65E-B94A97C5FA57}" srcOrd="0" destOrd="0" presId="urn:microsoft.com/office/officeart/2005/8/layout/hProcess3"/>
    <dgm:cxn modelId="{0A432B21-1A4F-4C94-A44B-80842A401EEA}" type="presParOf" srcId="{6423F0B8-637F-4906-9D5D-4ADCC279E3F1}" destId="{35E5A3D1-D32F-4661-8775-75BA5F411AB2}" srcOrd="1" destOrd="0" presId="urn:microsoft.com/office/officeart/2005/8/layout/hProcess3"/>
    <dgm:cxn modelId="{98035E4D-9C86-4040-A751-0C567B232299}" type="presParOf" srcId="{35E5A3D1-D32F-4661-8775-75BA5F411AB2}" destId="{ACC269E7-A611-40D3-9329-62127324BDD2}" srcOrd="0" destOrd="0" presId="urn:microsoft.com/office/officeart/2005/8/layout/hProcess3"/>
    <dgm:cxn modelId="{3DD635B7-561C-4251-AED1-F620F817361F}" type="presParOf" srcId="{35E5A3D1-D32F-4661-8775-75BA5F411AB2}" destId="{8BEC76D8-7DFE-4A27-86A5-5085A61F5FC2}" srcOrd="1" destOrd="0" presId="urn:microsoft.com/office/officeart/2005/8/layout/hProcess3"/>
    <dgm:cxn modelId="{19BC8D9B-3360-4931-8662-796FE175D591}" type="presParOf" srcId="{35E5A3D1-D32F-4661-8775-75BA5F411AB2}" destId="{89FC30E8-C954-4E2A-A63B-CE9AF576ED07}" srcOrd="2" destOrd="0" presId="urn:microsoft.com/office/officeart/2005/8/layout/hProcess3"/>
    <dgm:cxn modelId="{432F8415-0051-46CB-B829-692AACAAFF70}" type="presParOf" srcId="{35E5A3D1-D32F-4661-8775-75BA5F411AB2}" destId="{2BD3C02D-139F-47C2-87ED-5359D32F8714}" srcOrd="3" destOrd="0" presId="urn:microsoft.com/office/officeart/2005/8/layout/hProcess3"/>
    <dgm:cxn modelId="{B723287F-E9C4-4396-B82F-B18820736ACE}" type="presParOf" srcId="{6423F0B8-637F-4906-9D5D-4ADCC279E3F1}" destId="{EE07F6EC-1C94-4ECC-AE74-637A3BBD912C}" srcOrd="2" destOrd="0" presId="urn:microsoft.com/office/officeart/2005/8/layout/hProcess3"/>
    <dgm:cxn modelId="{41009D90-D76E-4F02-A233-7E42A1CA235B}" type="presParOf" srcId="{6423F0B8-637F-4906-9D5D-4ADCC279E3F1}" destId="{DDC209EB-5101-420A-9FD4-573ECC1C92A5}" srcOrd="3" destOrd="0" presId="urn:microsoft.com/office/officeart/2005/8/layout/hProcess3"/>
    <dgm:cxn modelId="{07F0999E-B8B1-4AB3-A066-594FD8F9BF57}" type="presParOf" srcId="{DDC209EB-5101-420A-9FD4-573ECC1C92A5}" destId="{704C4461-23E6-4A48-9808-3119123177DB}" srcOrd="0" destOrd="0" presId="urn:microsoft.com/office/officeart/2005/8/layout/hProcess3"/>
    <dgm:cxn modelId="{43470295-C687-473E-97FB-1EBD883F97A9}" type="presParOf" srcId="{DDC209EB-5101-420A-9FD4-573ECC1C92A5}" destId="{2DB32E54-8F5E-4756-8A61-265404261946}" srcOrd="1" destOrd="0" presId="urn:microsoft.com/office/officeart/2005/8/layout/hProcess3"/>
    <dgm:cxn modelId="{ECA9A2BA-A75B-49B2-8AD8-573B41E803BD}" type="presParOf" srcId="{DDC209EB-5101-420A-9FD4-573ECC1C92A5}" destId="{A2DDAFCA-2F70-4880-B447-9701375B4AA4}" srcOrd="2" destOrd="0" presId="urn:microsoft.com/office/officeart/2005/8/layout/hProcess3"/>
    <dgm:cxn modelId="{CDF65CDA-80EA-46F6-9C4B-DCA5DFAEC6F6}" type="presParOf" srcId="{DDC209EB-5101-420A-9FD4-573ECC1C92A5}" destId="{8772A412-2A3E-40FB-961F-5B3B67A2EC76}" srcOrd="3" destOrd="0" presId="urn:microsoft.com/office/officeart/2005/8/layout/hProcess3"/>
    <dgm:cxn modelId="{DFBECC63-71C2-409E-8100-DAC5A7A48742}" type="presParOf" srcId="{6423F0B8-637F-4906-9D5D-4ADCC279E3F1}" destId="{2957E7D9-B04F-4A06-89E0-61B9A01ADF5F}" srcOrd="4" destOrd="0" presId="urn:microsoft.com/office/officeart/2005/8/layout/hProcess3"/>
    <dgm:cxn modelId="{94BF8ABC-D0F1-4EE8-9D0A-CB98EF3B186F}" type="presParOf" srcId="{6423F0B8-637F-4906-9D5D-4ADCC279E3F1}" destId="{10DC71D8-673C-4C22-AEBF-05B59C8DD1C9}" srcOrd="5" destOrd="0" presId="urn:microsoft.com/office/officeart/2005/8/layout/hProcess3"/>
    <dgm:cxn modelId="{8D5525C0-894A-45AC-AF15-77DD0774F2C2}" type="presParOf" srcId="{10DC71D8-673C-4C22-AEBF-05B59C8DD1C9}" destId="{77EC4D17-4FDD-48BF-87FF-746DDEF01357}" srcOrd="0" destOrd="0" presId="urn:microsoft.com/office/officeart/2005/8/layout/hProcess3"/>
    <dgm:cxn modelId="{A1A9844C-B3DA-47DB-8B6A-D3BCA8BFFC25}" type="presParOf" srcId="{10DC71D8-673C-4C22-AEBF-05B59C8DD1C9}" destId="{083153F3-669F-4105-87D2-2AA9DC52E279}" srcOrd="1" destOrd="0" presId="urn:microsoft.com/office/officeart/2005/8/layout/hProcess3"/>
    <dgm:cxn modelId="{AF7D0AFA-F378-4EB5-80DF-219A2379058F}" type="presParOf" srcId="{10DC71D8-673C-4C22-AEBF-05B59C8DD1C9}" destId="{7C468CA6-F35C-4D7C-B83B-E3DC4DCBC9DE}" srcOrd="2" destOrd="0" presId="urn:microsoft.com/office/officeart/2005/8/layout/hProcess3"/>
    <dgm:cxn modelId="{47BBF2D9-A489-420D-A581-EE4CE39E89BC}" type="presParOf" srcId="{10DC71D8-673C-4C22-AEBF-05B59C8DD1C9}" destId="{F5F0AA80-AA5A-4E4D-8BE9-368014E1E1D8}" srcOrd="3" destOrd="0" presId="urn:microsoft.com/office/officeart/2005/8/layout/hProcess3"/>
    <dgm:cxn modelId="{F1278698-9EFE-407E-ACDE-D8458D2D50F2}" type="presParOf" srcId="{6423F0B8-637F-4906-9D5D-4ADCC279E3F1}" destId="{4F06CAE1-DC42-4EAF-8F4A-D680C3137247}" srcOrd="6" destOrd="0" presId="urn:microsoft.com/office/officeart/2005/8/layout/hProcess3"/>
    <dgm:cxn modelId="{57DC1569-AD48-4F36-99C7-F547B211EF62}" type="presParOf" srcId="{6423F0B8-637F-4906-9D5D-4ADCC279E3F1}" destId="{5134AF1A-F4B8-4856-8A3C-EBD2000939C1}" srcOrd="7" destOrd="0" presId="urn:microsoft.com/office/officeart/2005/8/layout/hProcess3"/>
    <dgm:cxn modelId="{73E9FAFF-9E5A-41E0-AC53-20CF8931D933}" type="presParOf" srcId="{6423F0B8-637F-4906-9D5D-4ADCC279E3F1}" destId="{9C9049EF-DE9B-4BE1-B403-467152476993}" srcOrd="8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18CE10-A262-4972-B027-CC0453019635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fr-FR"/>
        </a:p>
      </dgm:t>
    </dgm:pt>
    <dgm:pt modelId="{4E94B7E3-5DFD-4F8E-ABC6-C4281BBBBC4F}">
      <dgm:prSet phldrT="[Texte]"/>
      <dgm:spPr>
        <a:noFill/>
        <a:ln w="38100">
          <a:solidFill>
            <a:srgbClr val="00B0F0"/>
          </a:solidFill>
        </a:ln>
      </dgm:spPr>
      <dgm:t>
        <a:bodyPr/>
        <a:lstStyle/>
        <a:p>
          <a:r>
            <a:rPr lang="fr-FR" dirty="0"/>
            <a:t>Liste</a:t>
          </a:r>
        </a:p>
      </dgm:t>
    </dgm:pt>
    <dgm:pt modelId="{AC0F13B5-5D9B-42B0-A9F6-CAF51A0F89B0}" type="parTrans" cxnId="{62D357DD-989A-4E57-8E38-4561541C3E05}">
      <dgm:prSet/>
      <dgm:spPr/>
      <dgm:t>
        <a:bodyPr/>
        <a:lstStyle/>
        <a:p>
          <a:endParaRPr lang="fr-FR"/>
        </a:p>
      </dgm:t>
    </dgm:pt>
    <dgm:pt modelId="{DF89C022-9250-441D-8FA7-5F6D002F1010}" type="sibTrans" cxnId="{62D357DD-989A-4E57-8E38-4561541C3E05}">
      <dgm:prSet/>
      <dgm:spPr/>
      <dgm:t>
        <a:bodyPr/>
        <a:lstStyle/>
        <a:p>
          <a:endParaRPr lang="fr-FR"/>
        </a:p>
      </dgm:t>
    </dgm:pt>
    <dgm:pt modelId="{E05F97CF-D7C2-41CD-B211-E56D927C1E7E}">
      <dgm:prSet phldrT="[Texte]"/>
      <dgm:spPr>
        <a:noFill/>
        <a:ln w="38100">
          <a:solidFill>
            <a:srgbClr val="00B0F0"/>
          </a:solidFill>
        </a:ln>
      </dgm:spPr>
      <dgm:t>
        <a:bodyPr/>
        <a:lstStyle/>
        <a:p>
          <a:r>
            <a:rPr lang="fr-FR" dirty="0"/>
            <a:t>Non-ordonnées</a:t>
          </a:r>
        </a:p>
      </dgm:t>
    </dgm:pt>
    <dgm:pt modelId="{1F57FDA8-F984-46B3-BAEF-21896BA82AD5}" type="parTrans" cxnId="{907A347B-0737-49B7-B73D-978BB6676FBE}">
      <dgm:prSet/>
      <dgm:spPr>
        <a:ln w="38100">
          <a:solidFill>
            <a:srgbClr val="00B0F0"/>
          </a:solidFill>
        </a:ln>
      </dgm:spPr>
      <dgm:t>
        <a:bodyPr/>
        <a:lstStyle/>
        <a:p>
          <a:endParaRPr lang="fr-FR"/>
        </a:p>
      </dgm:t>
    </dgm:pt>
    <dgm:pt modelId="{52446351-8B57-4862-8314-8FDB7B466C3C}" type="sibTrans" cxnId="{907A347B-0737-49B7-B73D-978BB6676FBE}">
      <dgm:prSet/>
      <dgm:spPr/>
      <dgm:t>
        <a:bodyPr/>
        <a:lstStyle/>
        <a:p>
          <a:endParaRPr lang="fr-FR"/>
        </a:p>
      </dgm:t>
    </dgm:pt>
    <dgm:pt modelId="{07E22031-846D-467A-A70F-DA64B6011B57}">
      <dgm:prSet phldrT="[Texte]"/>
      <dgm:spPr>
        <a:noFill/>
        <a:ln w="38100">
          <a:solidFill>
            <a:srgbClr val="00B0F0"/>
          </a:solidFill>
        </a:ln>
      </dgm:spPr>
      <dgm:t>
        <a:bodyPr/>
        <a:lstStyle/>
        <a:p>
          <a:r>
            <a:rPr lang="fr-FR" dirty="0"/>
            <a:t>Ordonnées</a:t>
          </a:r>
        </a:p>
      </dgm:t>
    </dgm:pt>
    <dgm:pt modelId="{612BBC93-7AF9-4985-A88E-539706CB88FE}" type="parTrans" cxnId="{8FA5065E-6D75-4931-9139-F718593BA040}">
      <dgm:prSet/>
      <dgm:spPr>
        <a:ln w="38100">
          <a:solidFill>
            <a:srgbClr val="00B0F0"/>
          </a:solidFill>
        </a:ln>
      </dgm:spPr>
      <dgm:t>
        <a:bodyPr/>
        <a:lstStyle/>
        <a:p>
          <a:endParaRPr lang="fr-FR"/>
        </a:p>
      </dgm:t>
    </dgm:pt>
    <dgm:pt modelId="{08CB819B-9D08-481A-AB0E-47938EDCCFB9}" type="sibTrans" cxnId="{8FA5065E-6D75-4931-9139-F718593BA040}">
      <dgm:prSet/>
      <dgm:spPr/>
      <dgm:t>
        <a:bodyPr/>
        <a:lstStyle/>
        <a:p>
          <a:endParaRPr lang="fr-FR"/>
        </a:p>
      </dgm:t>
    </dgm:pt>
    <dgm:pt modelId="{E6678658-4923-4E30-B15C-45FB8D13756E}">
      <dgm:prSet phldrT="[Texte]"/>
      <dgm:spPr>
        <a:noFill/>
        <a:ln w="38100">
          <a:solidFill>
            <a:srgbClr val="00B0F0"/>
          </a:solidFill>
        </a:ln>
      </dgm:spPr>
      <dgm:t>
        <a:bodyPr/>
        <a:lstStyle/>
        <a:p>
          <a:r>
            <a:rPr lang="fr-FR" dirty="0"/>
            <a:t>Définitions</a:t>
          </a:r>
        </a:p>
      </dgm:t>
    </dgm:pt>
    <dgm:pt modelId="{4A0CD6F9-A400-442F-9EB1-37CF80EC0F41}" type="parTrans" cxnId="{596F3A89-ED42-43F6-AA9D-0FD69563E094}">
      <dgm:prSet/>
      <dgm:spPr>
        <a:ln w="38100">
          <a:solidFill>
            <a:srgbClr val="00B0F0"/>
          </a:solidFill>
        </a:ln>
      </dgm:spPr>
      <dgm:t>
        <a:bodyPr/>
        <a:lstStyle/>
        <a:p>
          <a:endParaRPr lang="fr-FR"/>
        </a:p>
      </dgm:t>
    </dgm:pt>
    <dgm:pt modelId="{7D543792-BC93-4131-AF02-FD2253FE63C2}" type="sibTrans" cxnId="{596F3A89-ED42-43F6-AA9D-0FD69563E094}">
      <dgm:prSet/>
      <dgm:spPr/>
      <dgm:t>
        <a:bodyPr/>
        <a:lstStyle/>
        <a:p>
          <a:endParaRPr lang="fr-FR"/>
        </a:p>
      </dgm:t>
    </dgm:pt>
    <dgm:pt modelId="{9AD29E12-2A39-44FF-B5C7-51A8EAD2210A}">
      <dgm:prSet phldrT="[Texte]"/>
      <dgm:spPr>
        <a:noFill/>
        <a:ln w="38100">
          <a:solidFill>
            <a:srgbClr val="00B0F0"/>
          </a:solidFill>
        </a:ln>
      </dgm:spPr>
      <dgm:t>
        <a:bodyPr/>
        <a:lstStyle/>
        <a:p>
          <a:r>
            <a:rPr lang="fr-FR" dirty="0"/>
            <a:t>Imbriquées</a:t>
          </a:r>
        </a:p>
      </dgm:t>
    </dgm:pt>
    <dgm:pt modelId="{B1604C04-AAD8-4246-9023-B38E125B8422}" type="parTrans" cxnId="{A98EA0FE-0DA0-4202-B7D0-2821E07A7F9A}">
      <dgm:prSet/>
      <dgm:spPr>
        <a:ln w="38100">
          <a:solidFill>
            <a:srgbClr val="00B0F0"/>
          </a:solidFill>
        </a:ln>
      </dgm:spPr>
      <dgm:t>
        <a:bodyPr/>
        <a:lstStyle/>
        <a:p>
          <a:endParaRPr lang="fr-FR"/>
        </a:p>
      </dgm:t>
    </dgm:pt>
    <dgm:pt modelId="{4805B43E-03ED-40D4-A438-3D020F254B31}" type="sibTrans" cxnId="{A98EA0FE-0DA0-4202-B7D0-2821E07A7F9A}">
      <dgm:prSet/>
      <dgm:spPr/>
      <dgm:t>
        <a:bodyPr/>
        <a:lstStyle/>
        <a:p>
          <a:endParaRPr lang="fr-FR"/>
        </a:p>
      </dgm:t>
    </dgm:pt>
    <dgm:pt modelId="{D56018B8-FDB4-40B3-AD80-FD558547614D}" type="pres">
      <dgm:prSet presAssocID="{6818CE10-A262-4972-B027-CC045301963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7747FE5-9F01-4A75-ACA2-EF1E0C893E30}" type="pres">
      <dgm:prSet presAssocID="{4E94B7E3-5DFD-4F8E-ABC6-C4281BBBBC4F}" presName="hierRoot1" presStyleCnt="0">
        <dgm:presLayoutVars>
          <dgm:hierBranch val="init"/>
        </dgm:presLayoutVars>
      </dgm:prSet>
      <dgm:spPr/>
    </dgm:pt>
    <dgm:pt modelId="{9C47BDE5-0701-469D-8A0F-E17D60DCA287}" type="pres">
      <dgm:prSet presAssocID="{4E94B7E3-5DFD-4F8E-ABC6-C4281BBBBC4F}" presName="rootComposite1" presStyleCnt="0"/>
      <dgm:spPr/>
    </dgm:pt>
    <dgm:pt modelId="{D11CFEBE-D52D-4BC7-94A0-1C90C6CF55C6}" type="pres">
      <dgm:prSet presAssocID="{4E94B7E3-5DFD-4F8E-ABC6-C4281BBBBC4F}" presName="rootText1" presStyleLbl="node0" presStyleIdx="0" presStyleCnt="1">
        <dgm:presLayoutVars>
          <dgm:chPref val="3"/>
        </dgm:presLayoutVars>
      </dgm:prSet>
      <dgm:spPr/>
    </dgm:pt>
    <dgm:pt modelId="{D456CD2D-4F3F-49B4-9A1E-07342531F269}" type="pres">
      <dgm:prSet presAssocID="{4E94B7E3-5DFD-4F8E-ABC6-C4281BBBBC4F}" presName="rootConnector1" presStyleLbl="node1" presStyleIdx="0" presStyleCnt="0"/>
      <dgm:spPr/>
    </dgm:pt>
    <dgm:pt modelId="{B6991EB2-6B87-43A3-BBBF-6B0BBBDCECBB}" type="pres">
      <dgm:prSet presAssocID="{4E94B7E3-5DFD-4F8E-ABC6-C4281BBBBC4F}" presName="hierChild2" presStyleCnt="0"/>
      <dgm:spPr/>
    </dgm:pt>
    <dgm:pt modelId="{6F87A732-AD6F-4895-B04B-1974A7CF13D8}" type="pres">
      <dgm:prSet presAssocID="{1F57FDA8-F984-46B3-BAEF-21896BA82AD5}" presName="Name64" presStyleLbl="parChTrans1D2" presStyleIdx="0" presStyleCnt="4"/>
      <dgm:spPr/>
    </dgm:pt>
    <dgm:pt modelId="{6219C78B-424D-4F75-9F76-40C31DEFC270}" type="pres">
      <dgm:prSet presAssocID="{E05F97CF-D7C2-41CD-B211-E56D927C1E7E}" presName="hierRoot2" presStyleCnt="0">
        <dgm:presLayoutVars>
          <dgm:hierBranch val="init"/>
        </dgm:presLayoutVars>
      </dgm:prSet>
      <dgm:spPr/>
    </dgm:pt>
    <dgm:pt modelId="{5589622E-6138-4FE3-90F0-0FF816C4E9F6}" type="pres">
      <dgm:prSet presAssocID="{E05F97CF-D7C2-41CD-B211-E56D927C1E7E}" presName="rootComposite" presStyleCnt="0"/>
      <dgm:spPr/>
    </dgm:pt>
    <dgm:pt modelId="{D2F7A779-830A-49E8-82BE-39D65F560AC8}" type="pres">
      <dgm:prSet presAssocID="{E05F97CF-D7C2-41CD-B211-E56D927C1E7E}" presName="rootText" presStyleLbl="node2" presStyleIdx="0" presStyleCnt="4">
        <dgm:presLayoutVars>
          <dgm:chPref val="3"/>
        </dgm:presLayoutVars>
      </dgm:prSet>
      <dgm:spPr/>
    </dgm:pt>
    <dgm:pt modelId="{BD6F9148-73B5-41DA-AC2C-5357B761D081}" type="pres">
      <dgm:prSet presAssocID="{E05F97CF-D7C2-41CD-B211-E56D927C1E7E}" presName="rootConnector" presStyleLbl="node2" presStyleIdx="0" presStyleCnt="4"/>
      <dgm:spPr/>
    </dgm:pt>
    <dgm:pt modelId="{66C0F79A-CC41-458F-A1F5-CC4649D72FD1}" type="pres">
      <dgm:prSet presAssocID="{E05F97CF-D7C2-41CD-B211-E56D927C1E7E}" presName="hierChild4" presStyleCnt="0"/>
      <dgm:spPr/>
    </dgm:pt>
    <dgm:pt modelId="{2ECE537C-D8A3-4363-8BE5-1834E9897F0E}" type="pres">
      <dgm:prSet presAssocID="{E05F97CF-D7C2-41CD-B211-E56D927C1E7E}" presName="hierChild5" presStyleCnt="0"/>
      <dgm:spPr/>
    </dgm:pt>
    <dgm:pt modelId="{9898D19E-1D70-4245-8D2D-BCE5C0AAE9D6}" type="pres">
      <dgm:prSet presAssocID="{612BBC93-7AF9-4985-A88E-539706CB88FE}" presName="Name64" presStyleLbl="parChTrans1D2" presStyleIdx="1" presStyleCnt="4"/>
      <dgm:spPr/>
    </dgm:pt>
    <dgm:pt modelId="{D93AD8BE-C1EA-47AC-BBC8-DF2DC6C4267D}" type="pres">
      <dgm:prSet presAssocID="{07E22031-846D-467A-A70F-DA64B6011B57}" presName="hierRoot2" presStyleCnt="0">
        <dgm:presLayoutVars>
          <dgm:hierBranch val="init"/>
        </dgm:presLayoutVars>
      </dgm:prSet>
      <dgm:spPr/>
    </dgm:pt>
    <dgm:pt modelId="{539F90DD-E8E5-42AB-88DC-5899DF6F81FA}" type="pres">
      <dgm:prSet presAssocID="{07E22031-846D-467A-A70F-DA64B6011B57}" presName="rootComposite" presStyleCnt="0"/>
      <dgm:spPr/>
    </dgm:pt>
    <dgm:pt modelId="{F297294A-343C-463D-A788-AD64ABCDE073}" type="pres">
      <dgm:prSet presAssocID="{07E22031-846D-467A-A70F-DA64B6011B57}" presName="rootText" presStyleLbl="node2" presStyleIdx="1" presStyleCnt="4">
        <dgm:presLayoutVars>
          <dgm:chPref val="3"/>
        </dgm:presLayoutVars>
      </dgm:prSet>
      <dgm:spPr/>
    </dgm:pt>
    <dgm:pt modelId="{A001F074-EBC4-40C8-8809-03A0F78DA6DA}" type="pres">
      <dgm:prSet presAssocID="{07E22031-846D-467A-A70F-DA64B6011B57}" presName="rootConnector" presStyleLbl="node2" presStyleIdx="1" presStyleCnt="4"/>
      <dgm:spPr/>
    </dgm:pt>
    <dgm:pt modelId="{24181270-39C9-474A-9347-99C7A9CCE18B}" type="pres">
      <dgm:prSet presAssocID="{07E22031-846D-467A-A70F-DA64B6011B57}" presName="hierChild4" presStyleCnt="0"/>
      <dgm:spPr/>
    </dgm:pt>
    <dgm:pt modelId="{8A3268CA-A486-40FA-A0BC-80B6EA463901}" type="pres">
      <dgm:prSet presAssocID="{07E22031-846D-467A-A70F-DA64B6011B57}" presName="hierChild5" presStyleCnt="0"/>
      <dgm:spPr/>
    </dgm:pt>
    <dgm:pt modelId="{DDA301A4-A8A4-4989-9EDD-F5B69927E733}" type="pres">
      <dgm:prSet presAssocID="{4A0CD6F9-A400-442F-9EB1-37CF80EC0F41}" presName="Name64" presStyleLbl="parChTrans1D2" presStyleIdx="2" presStyleCnt="4"/>
      <dgm:spPr/>
    </dgm:pt>
    <dgm:pt modelId="{531E202D-397E-48BB-B714-CC3972A89153}" type="pres">
      <dgm:prSet presAssocID="{E6678658-4923-4E30-B15C-45FB8D13756E}" presName="hierRoot2" presStyleCnt="0">
        <dgm:presLayoutVars>
          <dgm:hierBranch val="init"/>
        </dgm:presLayoutVars>
      </dgm:prSet>
      <dgm:spPr/>
    </dgm:pt>
    <dgm:pt modelId="{5187B409-4F22-49C4-A218-DA4A537ACA32}" type="pres">
      <dgm:prSet presAssocID="{E6678658-4923-4E30-B15C-45FB8D13756E}" presName="rootComposite" presStyleCnt="0"/>
      <dgm:spPr/>
    </dgm:pt>
    <dgm:pt modelId="{46FA059E-88B8-420B-B049-93A6B711FE05}" type="pres">
      <dgm:prSet presAssocID="{E6678658-4923-4E30-B15C-45FB8D13756E}" presName="rootText" presStyleLbl="node2" presStyleIdx="2" presStyleCnt="4">
        <dgm:presLayoutVars>
          <dgm:chPref val="3"/>
        </dgm:presLayoutVars>
      </dgm:prSet>
      <dgm:spPr/>
    </dgm:pt>
    <dgm:pt modelId="{D8F60514-DF20-4214-B59C-F7707036E27E}" type="pres">
      <dgm:prSet presAssocID="{E6678658-4923-4E30-B15C-45FB8D13756E}" presName="rootConnector" presStyleLbl="node2" presStyleIdx="2" presStyleCnt="4"/>
      <dgm:spPr/>
    </dgm:pt>
    <dgm:pt modelId="{DC5D539D-0982-413C-B6EE-F61F33BA4785}" type="pres">
      <dgm:prSet presAssocID="{E6678658-4923-4E30-B15C-45FB8D13756E}" presName="hierChild4" presStyleCnt="0"/>
      <dgm:spPr/>
    </dgm:pt>
    <dgm:pt modelId="{66DB7039-AF7A-4A39-8140-8ACBFD009A14}" type="pres">
      <dgm:prSet presAssocID="{E6678658-4923-4E30-B15C-45FB8D13756E}" presName="hierChild5" presStyleCnt="0"/>
      <dgm:spPr/>
    </dgm:pt>
    <dgm:pt modelId="{4C0A4BB5-0D16-4149-A60C-351CFEA208DD}" type="pres">
      <dgm:prSet presAssocID="{B1604C04-AAD8-4246-9023-B38E125B8422}" presName="Name64" presStyleLbl="parChTrans1D2" presStyleIdx="3" presStyleCnt="4"/>
      <dgm:spPr/>
    </dgm:pt>
    <dgm:pt modelId="{EB48E32C-845F-4412-8839-89FD54FD06ED}" type="pres">
      <dgm:prSet presAssocID="{9AD29E12-2A39-44FF-B5C7-51A8EAD2210A}" presName="hierRoot2" presStyleCnt="0">
        <dgm:presLayoutVars>
          <dgm:hierBranch val="init"/>
        </dgm:presLayoutVars>
      </dgm:prSet>
      <dgm:spPr/>
    </dgm:pt>
    <dgm:pt modelId="{241895EA-C696-4A87-94EE-F069BDA0D72D}" type="pres">
      <dgm:prSet presAssocID="{9AD29E12-2A39-44FF-B5C7-51A8EAD2210A}" presName="rootComposite" presStyleCnt="0"/>
      <dgm:spPr/>
    </dgm:pt>
    <dgm:pt modelId="{D967F957-2125-444C-8390-7140A214DA52}" type="pres">
      <dgm:prSet presAssocID="{9AD29E12-2A39-44FF-B5C7-51A8EAD2210A}" presName="rootText" presStyleLbl="node2" presStyleIdx="3" presStyleCnt="4">
        <dgm:presLayoutVars>
          <dgm:chPref val="3"/>
        </dgm:presLayoutVars>
      </dgm:prSet>
      <dgm:spPr/>
    </dgm:pt>
    <dgm:pt modelId="{46CC4924-7E1B-4F81-A069-ED50F8C6E774}" type="pres">
      <dgm:prSet presAssocID="{9AD29E12-2A39-44FF-B5C7-51A8EAD2210A}" presName="rootConnector" presStyleLbl="node2" presStyleIdx="3" presStyleCnt="4"/>
      <dgm:spPr/>
    </dgm:pt>
    <dgm:pt modelId="{E5884A9C-3C03-4ECD-8447-A67FD086662E}" type="pres">
      <dgm:prSet presAssocID="{9AD29E12-2A39-44FF-B5C7-51A8EAD2210A}" presName="hierChild4" presStyleCnt="0"/>
      <dgm:spPr/>
    </dgm:pt>
    <dgm:pt modelId="{9F37D178-B3CD-430E-80AB-6536046877AE}" type="pres">
      <dgm:prSet presAssocID="{9AD29E12-2A39-44FF-B5C7-51A8EAD2210A}" presName="hierChild5" presStyleCnt="0"/>
      <dgm:spPr/>
    </dgm:pt>
    <dgm:pt modelId="{8B3563CD-D59B-4CD6-8BB8-1E8BA126F17C}" type="pres">
      <dgm:prSet presAssocID="{4E94B7E3-5DFD-4F8E-ABC6-C4281BBBBC4F}" presName="hierChild3" presStyleCnt="0"/>
      <dgm:spPr/>
    </dgm:pt>
  </dgm:ptLst>
  <dgm:cxnLst>
    <dgm:cxn modelId="{B030FF09-A703-40D8-8221-C39126E593A0}" type="presOf" srcId="{1F57FDA8-F984-46B3-BAEF-21896BA82AD5}" destId="{6F87A732-AD6F-4895-B04B-1974A7CF13D8}" srcOrd="0" destOrd="0" presId="urn:microsoft.com/office/officeart/2009/3/layout/HorizontalOrganizationChart"/>
    <dgm:cxn modelId="{54FD0F14-6089-4D04-AEB8-8B6EACC89071}" type="presOf" srcId="{E05F97CF-D7C2-41CD-B211-E56D927C1E7E}" destId="{BD6F9148-73B5-41DA-AC2C-5357B761D081}" srcOrd="1" destOrd="0" presId="urn:microsoft.com/office/officeart/2009/3/layout/HorizontalOrganizationChart"/>
    <dgm:cxn modelId="{AADD422E-C3FB-4BE0-96C8-C134C67EEFBE}" type="presOf" srcId="{612BBC93-7AF9-4985-A88E-539706CB88FE}" destId="{9898D19E-1D70-4245-8D2D-BCE5C0AAE9D6}" srcOrd="0" destOrd="0" presId="urn:microsoft.com/office/officeart/2009/3/layout/HorizontalOrganizationChart"/>
    <dgm:cxn modelId="{E0D36E30-079F-49ED-A24E-6467A723CE15}" type="presOf" srcId="{B1604C04-AAD8-4246-9023-B38E125B8422}" destId="{4C0A4BB5-0D16-4149-A60C-351CFEA208DD}" srcOrd="0" destOrd="0" presId="urn:microsoft.com/office/officeart/2009/3/layout/HorizontalOrganizationChart"/>
    <dgm:cxn modelId="{BF3A4D34-DAB7-4468-A4FA-66665779190A}" type="presOf" srcId="{07E22031-846D-467A-A70F-DA64B6011B57}" destId="{A001F074-EBC4-40C8-8809-03A0F78DA6DA}" srcOrd="1" destOrd="0" presId="urn:microsoft.com/office/officeart/2009/3/layout/HorizontalOrganizationChart"/>
    <dgm:cxn modelId="{F1BA175B-F612-4CD0-B9AE-759911151708}" type="presOf" srcId="{4E94B7E3-5DFD-4F8E-ABC6-C4281BBBBC4F}" destId="{D456CD2D-4F3F-49B4-9A1E-07342531F269}" srcOrd="1" destOrd="0" presId="urn:microsoft.com/office/officeart/2009/3/layout/HorizontalOrganizationChart"/>
    <dgm:cxn modelId="{3558515C-9683-4451-B389-8D3E9EFB24F4}" type="presOf" srcId="{4E94B7E3-5DFD-4F8E-ABC6-C4281BBBBC4F}" destId="{D11CFEBE-D52D-4BC7-94A0-1C90C6CF55C6}" srcOrd="0" destOrd="0" presId="urn:microsoft.com/office/officeart/2009/3/layout/HorizontalOrganizationChart"/>
    <dgm:cxn modelId="{8FA5065E-6D75-4931-9139-F718593BA040}" srcId="{4E94B7E3-5DFD-4F8E-ABC6-C4281BBBBC4F}" destId="{07E22031-846D-467A-A70F-DA64B6011B57}" srcOrd="1" destOrd="0" parTransId="{612BBC93-7AF9-4985-A88E-539706CB88FE}" sibTransId="{08CB819B-9D08-481A-AB0E-47938EDCCFB9}"/>
    <dgm:cxn modelId="{629C6860-9581-4174-921C-625037A4C82A}" type="presOf" srcId="{07E22031-846D-467A-A70F-DA64B6011B57}" destId="{F297294A-343C-463D-A788-AD64ABCDE073}" srcOrd="0" destOrd="0" presId="urn:microsoft.com/office/officeart/2009/3/layout/HorizontalOrganizationChart"/>
    <dgm:cxn modelId="{69B3CA48-8A79-487D-9DD9-774B35C31D20}" type="presOf" srcId="{9AD29E12-2A39-44FF-B5C7-51A8EAD2210A}" destId="{46CC4924-7E1B-4F81-A069-ED50F8C6E774}" srcOrd="1" destOrd="0" presId="urn:microsoft.com/office/officeart/2009/3/layout/HorizontalOrganizationChart"/>
    <dgm:cxn modelId="{907A347B-0737-49B7-B73D-978BB6676FBE}" srcId="{4E94B7E3-5DFD-4F8E-ABC6-C4281BBBBC4F}" destId="{E05F97CF-D7C2-41CD-B211-E56D927C1E7E}" srcOrd="0" destOrd="0" parTransId="{1F57FDA8-F984-46B3-BAEF-21896BA82AD5}" sibTransId="{52446351-8B57-4862-8314-8FDB7B466C3C}"/>
    <dgm:cxn modelId="{C8EAE482-CD3B-431D-9287-7EB04AE342DE}" type="presOf" srcId="{E6678658-4923-4E30-B15C-45FB8D13756E}" destId="{D8F60514-DF20-4214-B59C-F7707036E27E}" srcOrd="1" destOrd="0" presId="urn:microsoft.com/office/officeart/2009/3/layout/HorizontalOrganizationChart"/>
    <dgm:cxn modelId="{596F3A89-ED42-43F6-AA9D-0FD69563E094}" srcId="{4E94B7E3-5DFD-4F8E-ABC6-C4281BBBBC4F}" destId="{E6678658-4923-4E30-B15C-45FB8D13756E}" srcOrd="2" destOrd="0" parTransId="{4A0CD6F9-A400-442F-9EB1-37CF80EC0F41}" sibTransId="{7D543792-BC93-4131-AF02-FD2253FE63C2}"/>
    <dgm:cxn modelId="{A7585F9B-457E-414F-BFC4-110027C31960}" type="presOf" srcId="{6818CE10-A262-4972-B027-CC0453019635}" destId="{D56018B8-FDB4-40B3-AD80-FD558547614D}" srcOrd="0" destOrd="0" presId="urn:microsoft.com/office/officeart/2009/3/layout/HorizontalOrganizationChart"/>
    <dgm:cxn modelId="{EB2567CA-721A-4184-940E-3AC5658F75D5}" type="presOf" srcId="{E6678658-4923-4E30-B15C-45FB8D13756E}" destId="{46FA059E-88B8-420B-B049-93A6B711FE05}" srcOrd="0" destOrd="0" presId="urn:microsoft.com/office/officeart/2009/3/layout/HorizontalOrganizationChart"/>
    <dgm:cxn modelId="{CBE8AAD4-6523-480D-AB5A-6C4EECDFF72D}" type="presOf" srcId="{E05F97CF-D7C2-41CD-B211-E56D927C1E7E}" destId="{D2F7A779-830A-49E8-82BE-39D65F560AC8}" srcOrd="0" destOrd="0" presId="urn:microsoft.com/office/officeart/2009/3/layout/HorizontalOrganizationChart"/>
    <dgm:cxn modelId="{49011EDA-AE09-485C-9BF6-3F100B2AD9F6}" type="presOf" srcId="{9AD29E12-2A39-44FF-B5C7-51A8EAD2210A}" destId="{D967F957-2125-444C-8390-7140A214DA52}" srcOrd="0" destOrd="0" presId="urn:microsoft.com/office/officeart/2009/3/layout/HorizontalOrganizationChart"/>
    <dgm:cxn modelId="{62D357DD-989A-4E57-8E38-4561541C3E05}" srcId="{6818CE10-A262-4972-B027-CC0453019635}" destId="{4E94B7E3-5DFD-4F8E-ABC6-C4281BBBBC4F}" srcOrd="0" destOrd="0" parTransId="{AC0F13B5-5D9B-42B0-A9F6-CAF51A0F89B0}" sibTransId="{DF89C022-9250-441D-8FA7-5F6D002F1010}"/>
    <dgm:cxn modelId="{2E74A9EF-FB93-42B3-9A0B-62C14685EBC7}" type="presOf" srcId="{4A0CD6F9-A400-442F-9EB1-37CF80EC0F41}" destId="{DDA301A4-A8A4-4989-9EDD-F5B69927E733}" srcOrd="0" destOrd="0" presId="urn:microsoft.com/office/officeart/2009/3/layout/HorizontalOrganizationChart"/>
    <dgm:cxn modelId="{A98EA0FE-0DA0-4202-B7D0-2821E07A7F9A}" srcId="{4E94B7E3-5DFD-4F8E-ABC6-C4281BBBBC4F}" destId="{9AD29E12-2A39-44FF-B5C7-51A8EAD2210A}" srcOrd="3" destOrd="0" parTransId="{B1604C04-AAD8-4246-9023-B38E125B8422}" sibTransId="{4805B43E-03ED-40D4-A438-3D020F254B31}"/>
    <dgm:cxn modelId="{3255BE4C-C800-48C9-8A6A-A87EFAB41D74}" type="presParOf" srcId="{D56018B8-FDB4-40B3-AD80-FD558547614D}" destId="{47747FE5-9F01-4A75-ACA2-EF1E0C893E30}" srcOrd="0" destOrd="0" presId="urn:microsoft.com/office/officeart/2009/3/layout/HorizontalOrganizationChart"/>
    <dgm:cxn modelId="{F06ED010-4E4F-4666-B0A2-EB1671267D40}" type="presParOf" srcId="{47747FE5-9F01-4A75-ACA2-EF1E0C893E30}" destId="{9C47BDE5-0701-469D-8A0F-E17D60DCA287}" srcOrd="0" destOrd="0" presId="urn:microsoft.com/office/officeart/2009/3/layout/HorizontalOrganizationChart"/>
    <dgm:cxn modelId="{C817D4C7-7E09-4173-9259-90BC7D00C055}" type="presParOf" srcId="{9C47BDE5-0701-469D-8A0F-E17D60DCA287}" destId="{D11CFEBE-D52D-4BC7-94A0-1C90C6CF55C6}" srcOrd="0" destOrd="0" presId="urn:microsoft.com/office/officeart/2009/3/layout/HorizontalOrganizationChart"/>
    <dgm:cxn modelId="{16EBE5FE-9F80-4113-9B55-11A70F822B62}" type="presParOf" srcId="{9C47BDE5-0701-469D-8A0F-E17D60DCA287}" destId="{D456CD2D-4F3F-49B4-9A1E-07342531F269}" srcOrd="1" destOrd="0" presId="urn:microsoft.com/office/officeart/2009/3/layout/HorizontalOrganizationChart"/>
    <dgm:cxn modelId="{7226A5DA-92FE-42A9-9D9B-D21EC1AF128A}" type="presParOf" srcId="{47747FE5-9F01-4A75-ACA2-EF1E0C893E30}" destId="{B6991EB2-6B87-43A3-BBBF-6B0BBBDCECBB}" srcOrd="1" destOrd="0" presId="urn:microsoft.com/office/officeart/2009/3/layout/HorizontalOrganizationChart"/>
    <dgm:cxn modelId="{94053097-DE6A-4C6C-A591-10FF569322BF}" type="presParOf" srcId="{B6991EB2-6B87-43A3-BBBF-6B0BBBDCECBB}" destId="{6F87A732-AD6F-4895-B04B-1974A7CF13D8}" srcOrd="0" destOrd="0" presId="urn:microsoft.com/office/officeart/2009/3/layout/HorizontalOrganizationChart"/>
    <dgm:cxn modelId="{D12A4151-AF6C-4540-95D0-92B6035CBB05}" type="presParOf" srcId="{B6991EB2-6B87-43A3-BBBF-6B0BBBDCECBB}" destId="{6219C78B-424D-4F75-9F76-40C31DEFC270}" srcOrd="1" destOrd="0" presId="urn:microsoft.com/office/officeart/2009/3/layout/HorizontalOrganizationChart"/>
    <dgm:cxn modelId="{A60994DA-09DE-4B25-8FFF-57F1A84BA5A6}" type="presParOf" srcId="{6219C78B-424D-4F75-9F76-40C31DEFC270}" destId="{5589622E-6138-4FE3-90F0-0FF816C4E9F6}" srcOrd="0" destOrd="0" presId="urn:microsoft.com/office/officeart/2009/3/layout/HorizontalOrganizationChart"/>
    <dgm:cxn modelId="{22BBF7A6-2850-42CD-9F52-4AB186BD4E93}" type="presParOf" srcId="{5589622E-6138-4FE3-90F0-0FF816C4E9F6}" destId="{D2F7A779-830A-49E8-82BE-39D65F560AC8}" srcOrd="0" destOrd="0" presId="urn:microsoft.com/office/officeart/2009/3/layout/HorizontalOrganizationChart"/>
    <dgm:cxn modelId="{5C8D7AD0-8025-4FD0-940B-69659262AA3F}" type="presParOf" srcId="{5589622E-6138-4FE3-90F0-0FF816C4E9F6}" destId="{BD6F9148-73B5-41DA-AC2C-5357B761D081}" srcOrd="1" destOrd="0" presId="urn:microsoft.com/office/officeart/2009/3/layout/HorizontalOrganizationChart"/>
    <dgm:cxn modelId="{80242F75-FCED-4B56-893F-FC667230C527}" type="presParOf" srcId="{6219C78B-424D-4F75-9F76-40C31DEFC270}" destId="{66C0F79A-CC41-458F-A1F5-CC4649D72FD1}" srcOrd="1" destOrd="0" presId="urn:microsoft.com/office/officeart/2009/3/layout/HorizontalOrganizationChart"/>
    <dgm:cxn modelId="{B6EB858F-9510-4CDD-8CD2-679738E13D23}" type="presParOf" srcId="{6219C78B-424D-4F75-9F76-40C31DEFC270}" destId="{2ECE537C-D8A3-4363-8BE5-1834E9897F0E}" srcOrd="2" destOrd="0" presId="urn:microsoft.com/office/officeart/2009/3/layout/HorizontalOrganizationChart"/>
    <dgm:cxn modelId="{44CEE353-8063-49A1-ABA8-230081482A6B}" type="presParOf" srcId="{B6991EB2-6B87-43A3-BBBF-6B0BBBDCECBB}" destId="{9898D19E-1D70-4245-8D2D-BCE5C0AAE9D6}" srcOrd="2" destOrd="0" presId="urn:microsoft.com/office/officeart/2009/3/layout/HorizontalOrganizationChart"/>
    <dgm:cxn modelId="{E8C10359-568D-4B12-87C2-A1B896ED2757}" type="presParOf" srcId="{B6991EB2-6B87-43A3-BBBF-6B0BBBDCECBB}" destId="{D93AD8BE-C1EA-47AC-BBC8-DF2DC6C4267D}" srcOrd="3" destOrd="0" presId="urn:microsoft.com/office/officeart/2009/3/layout/HorizontalOrganizationChart"/>
    <dgm:cxn modelId="{7CCC6D7A-7619-45EB-A9A5-F70707F51464}" type="presParOf" srcId="{D93AD8BE-C1EA-47AC-BBC8-DF2DC6C4267D}" destId="{539F90DD-E8E5-42AB-88DC-5899DF6F81FA}" srcOrd="0" destOrd="0" presId="urn:microsoft.com/office/officeart/2009/3/layout/HorizontalOrganizationChart"/>
    <dgm:cxn modelId="{029410B6-0888-4DB2-8E75-E4A9DB464227}" type="presParOf" srcId="{539F90DD-E8E5-42AB-88DC-5899DF6F81FA}" destId="{F297294A-343C-463D-A788-AD64ABCDE073}" srcOrd="0" destOrd="0" presId="urn:microsoft.com/office/officeart/2009/3/layout/HorizontalOrganizationChart"/>
    <dgm:cxn modelId="{8ACD5325-C62E-4DC1-9749-DE1D8FC47DDC}" type="presParOf" srcId="{539F90DD-E8E5-42AB-88DC-5899DF6F81FA}" destId="{A001F074-EBC4-40C8-8809-03A0F78DA6DA}" srcOrd="1" destOrd="0" presId="urn:microsoft.com/office/officeart/2009/3/layout/HorizontalOrganizationChart"/>
    <dgm:cxn modelId="{2D5EF90E-DD63-4433-B6C8-2E1235F30DA2}" type="presParOf" srcId="{D93AD8BE-C1EA-47AC-BBC8-DF2DC6C4267D}" destId="{24181270-39C9-474A-9347-99C7A9CCE18B}" srcOrd="1" destOrd="0" presId="urn:microsoft.com/office/officeart/2009/3/layout/HorizontalOrganizationChart"/>
    <dgm:cxn modelId="{7D5BB0BE-C9A8-4580-A4C3-38E0D52C0D83}" type="presParOf" srcId="{D93AD8BE-C1EA-47AC-BBC8-DF2DC6C4267D}" destId="{8A3268CA-A486-40FA-A0BC-80B6EA463901}" srcOrd="2" destOrd="0" presId="urn:microsoft.com/office/officeart/2009/3/layout/HorizontalOrganizationChart"/>
    <dgm:cxn modelId="{800C3485-480F-42ED-B8CC-8B9BC379D291}" type="presParOf" srcId="{B6991EB2-6B87-43A3-BBBF-6B0BBBDCECBB}" destId="{DDA301A4-A8A4-4989-9EDD-F5B69927E733}" srcOrd="4" destOrd="0" presId="urn:microsoft.com/office/officeart/2009/3/layout/HorizontalOrganizationChart"/>
    <dgm:cxn modelId="{46C4C216-00FB-4402-A2E4-AAF34F639005}" type="presParOf" srcId="{B6991EB2-6B87-43A3-BBBF-6B0BBBDCECBB}" destId="{531E202D-397E-48BB-B714-CC3972A89153}" srcOrd="5" destOrd="0" presId="urn:microsoft.com/office/officeart/2009/3/layout/HorizontalOrganizationChart"/>
    <dgm:cxn modelId="{16D41787-BAB2-4986-AF44-3FB099585C4C}" type="presParOf" srcId="{531E202D-397E-48BB-B714-CC3972A89153}" destId="{5187B409-4F22-49C4-A218-DA4A537ACA32}" srcOrd="0" destOrd="0" presId="urn:microsoft.com/office/officeart/2009/3/layout/HorizontalOrganizationChart"/>
    <dgm:cxn modelId="{2178E1E0-ABC8-4E84-A15C-77682A5AAF83}" type="presParOf" srcId="{5187B409-4F22-49C4-A218-DA4A537ACA32}" destId="{46FA059E-88B8-420B-B049-93A6B711FE05}" srcOrd="0" destOrd="0" presId="urn:microsoft.com/office/officeart/2009/3/layout/HorizontalOrganizationChart"/>
    <dgm:cxn modelId="{9DB9C63E-488B-465B-A3C8-DE9D27119E43}" type="presParOf" srcId="{5187B409-4F22-49C4-A218-DA4A537ACA32}" destId="{D8F60514-DF20-4214-B59C-F7707036E27E}" srcOrd="1" destOrd="0" presId="urn:microsoft.com/office/officeart/2009/3/layout/HorizontalOrganizationChart"/>
    <dgm:cxn modelId="{9233B81E-13E5-4D92-B9B6-7F2757A00637}" type="presParOf" srcId="{531E202D-397E-48BB-B714-CC3972A89153}" destId="{DC5D539D-0982-413C-B6EE-F61F33BA4785}" srcOrd="1" destOrd="0" presId="urn:microsoft.com/office/officeart/2009/3/layout/HorizontalOrganizationChart"/>
    <dgm:cxn modelId="{5BAF95FE-C6D1-42F2-B4B7-B99BD22CBA5C}" type="presParOf" srcId="{531E202D-397E-48BB-B714-CC3972A89153}" destId="{66DB7039-AF7A-4A39-8140-8ACBFD009A14}" srcOrd="2" destOrd="0" presId="urn:microsoft.com/office/officeart/2009/3/layout/HorizontalOrganizationChart"/>
    <dgm:cxn modelId="{30DCD485-F55C-419F-A94E-7C04B0A5FD6C}" type="presParOf" srcId="{B6991EB2-6B87-43A3-BBBF-6B0BBBDCECBB}" destId="{4C0A4BB5-0D16-4149-A60C-351CFEA208DD}" srcOrd="6" destOrd="0" presId="urn:microsoft.com/office/officeart/2009/3/layout/HorizontalOrganizationChart"/>
    <dgm:cxn modelId="{9FF0AD81-6F23-4030-9ACA-A6AD584BEAB4}" type="presParOf" srcId="{B6991EB2-6B87-43A3-BBBF-6B0BBBDCECBB}" destId="{EB48E32C-845F-4412-8839-89FD54FD06ED}" srcOrd="7" destOrd="0" presId="urn:microsoft.com/office/officeart/2009/3/layout/HorizontalOrganizationChart"/>
    <dgm:cxn modelId="{F5FEF244-85D8-470B-A0CE-EEB02A472168}" type="presParOf" srcId="{EB48E32C-845F-4412-8839-89FD54FD06ED}" destId="{241895EA-C696-4A87-94EE-F069BDA0D72D}" srcOrd="0" destOrd="0" presId="urn:microsoft.com/office/officeart/2009/3/layout/HorizontalOrganizationChart"/>
    <dgm:cxn modelId="{699486EF-28D7-4BCA-819F-FB08604F5BD2}" type="presParOf" srcId="{241895EA-C696-4A87-94EE-F069BDA0D72D}" destId="{D967F957-2125-444C-8390-7140A214DA52}" srcOrd="0" destOrd="0" presId="urn:microsoft.com/office/officeart/2009/3/layout/HorizontalOrganizationChart"/>
    <dgm:cxn modelId="{A4CB0098-E4C9-447C-8A8E-A752EC3AB1E4}" type="presParOf" srcId="{241895EA-C696-4A87-94EE-F069BDA0D72D}" destId="{46CC4924-7E1B-4F81-A069-ED50F8C6E774}" srcOrd="1" destOrd="0" presId="urn:microsoft.com/office/officeart/2009/3/layout/HorizontalOrganizationChart"/>
    <dgm:cxn modelId="{B7635961-B86E-4EC6-A35A-A5BC0C562F7E}" type="presParOf" srcId="{EB48E32C-845F-4412-8839-89FD54FD06ED}" destId="{E5884A9C-3C03-4ECD-8447-A67FD086662E}" srcOrd="1" destOrd="0" presId="urn:microsoft.com/office/officeart/2009/3/layout/HorizontalOrganizationChart"/>
    <dgm:cxn modelId="{50AF3CD7-87C4-4F85-A36B-1F60F319DA59}" type="presParOf" srcId="{EB48E32C-845F-4412-8839-89FD54FD06ED}" destId="{9F37D178-B3CD-430E-80AB-6536046877AE}" srcOrd="2" destOrd="0" presId="urn:microsoft.com/office/officeart/2009/3/layout/HorizontalOrganizationChart"/>
    <dgm:cxn modelId="{1A16111E-8DE2-4D41-AB63-ACAA1E3525EA}" type="presParOf" srcId="{47747FE5-9F01-4A75-ACA2-EF1E0C893E30}" destId="{8B3563CD-D59B-4CD6-8BB8-1E8BA126F17C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CC695A0-F6A6-4B60-8508-C0E144E717AC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A4E7617-976E-4FC3-A7E8-594214D44927}">
      <dgm:prSet phldrT="[Texte]"/>
      <dgm:spPr>
        <a:solidFill>
          <a:srgbClr val="EA6312">
            <a:alpha val="0"/>
          </a:srgbClr>
        </a:solidFill>
        <a:ln w="57150">
          <a:solidFill>
            <a:srgbClr val="00B0F0"/>
          </a:solidFill>
          <a:prstDash val="solid"/>
        </a:ln>
      </dgm:spPr>
      <dgm:t>
        <a:bodyPr/>
        <a:lstStyle/>
        <a:p>
          <a:r>
            <a:rPr lang="fr-FR" b="1" dirty="0">
              <a:solidFill>
                <a:schemeClr val="tx1"/>
              </a:solidFill>
            </a:rPr>
            <a:t>Lien</a:t>
          </a:r>
        </a:p>
      </dgm:t>
    </dgm:pt>
    <dgm:pt modelId="{751CAC9B-2B99-4950-AE65-251259799526}" type="parTrans" cxnId="{A4DDFAC3-10EB-4D97-871A-4FE2113CF6E9}">
      <dgm:prSet/>
      <dgm:spPr/>
      <dgm:t>
        <a:bodyPr/>
        <a:lstStyle/>
        <a:p>
          <a:endParaRPr lang="fr-FR"/>
        </a:p>
      </dgm:t>
    </dgm:pt>
    <dgm:pt modelId="{7733C85D-85C8-45BA-B864-CAAF16C7816C}" type="sibTrans" cxnId="{A4DDFAC3-10EB-4D97-871A-4FE2113CF6E9}">
      <dgm:prSet/>
      <dgm:spPr/>
      <dgm:t>
        <a:bodyPr/>
        <a:lstStyle/>
        <a:p>
          <a:endParaRPr lang="fr-FR"/>
        </a:p>
      </dgm:t>
    </dgm:pt>
    <dgm:pt modelId="{5CE32E0C-33D4-40A0-93E2-FC665E6A94FB}">
      <dgm:prSet phldrT="[Texte]"/>
      <dgm:spPr>
        <a:solidFill>
          <a:srgbClr val="EA6312">
            <a:alpha val="0"/>
          </a:srgbClr>
        </a:solidFill>
        <a:ln w="57150">
          <a:solidFill>
            <a:srgbClr val="00B0F0"/>
          </a:solidFill>
        </a:ln>
      </dgm:spPr>
      <dgm:t>
        <a:bodyPr/>
        <a:lstStyle/>
        <a:p>
          <a:r>
            <a:rPr lang="fr-FR" b="1" dirty="0">
              <a:solidFill>
                <a:schemeClr val="tx1"/>
              </a:solidFill>
            </a:rPr>
            <a:t>Externe</a:t>
          </a:r>
        </a:p>
      </dgm:t>
    </dgm:pt>
    <dgm:pt modelId="{FD798957-FB95-49E1-B098-4265C3F65D85}" type="parTrans" cxnId="{347729DF-A065-4E07-90D9-B53C633AE8B4}">
      <dgm:prSet/>
      <dgm:spPr>
        <a:ln w="38100">
          <a:solidFill>
            <a:srgbClr val="00B0F0"/>
          </a:solidFill>
        </a:ln>
      </dgm:spPr>
      <dgm:t>
        <a:bodyPr/>
        <a:lstStyle/>
        <a:p>
          <a:endParaRPr lang="fr-FR"/>
        </a:p>
      </dgm:t>
    </dgm:pt>
    <dgm:pt modelId="{7CBA38EB-3171-4C0B-B274-999851FBD9C7}" type="sibTrans" cxnId="{347729DF-A065-4E07-90D9-B53C633AE8B4}">
      <dgm:prSet/>
      <dgm:spPr/>
      <dgm:t>
        <a:bodyPr/>
        <a:lstStyle/>
        <a:p>
          <a:endParaRPr lang="fr-FR"/>
        </a:p>
      </dgm:t>
    </dgm:pt>
    <dgm:pt modelId="{FC2AF19A-29C0-49E7-AA62-D1277E073755}">
      <dgm:prSet phldrT="[Texte]"/>
      <dgm:spPr>
        <a:solidFill>
          <a:srgbClr val="EA6312">
            <a:alpha val="0"/>
          </a:srgbClr>
        </a:solidFill>
        <a:ln w="57150">
          <a:solidFill>
            <a:srgbClr val="00B0F0"/>
          </a:solidFill>
        </a:ln>
      </dgm:spPr>
      <dgm:t>
        <a:bodyPr/>
        <a:lstStyle/>
        <a:p>
          <a:r>
            <a:rPr lang="fr-FR" b="1" dirty="0">
              <a:solidFill>
                <a:schemeClr val="tx1"/>
              </a:solidFill>
            </a:rPr>
            <a:t>Interne</a:t>
          </a:r>
        </a:p>
      </dgm:t>
    </dgm:pt>
    <dgm:pt modelId="{0641F757-3CB7-46EA-849D-E741892ABA3B}" type="parTrans" cxnId="{37A98523-1D90-4281-82FD-58BEF544F421}">
      <dgm:prSet/>
      <dgm:spPr>
        <a:ln w="38100">
          <a:solidFill>
            <a:srgbClr val="00B0F0"/>
          </a:solidFill>
        </a:ln>
      </dgm:spPr>
      <dgm:t>
        <a:bodyPr/>
        <a:lstStyle/>
        <a:p>
          <a:endParaRPr lang="fr-FR"/>
        </a:p>
      </dgm:t>
    </dgm:pt>
    <dgm:pt modelId="{F9D4F603-808C-4A74-BBE3-CAE313889AE0}" type="sibTrans" cxnId="{37A98523-1D90-4281-82FD-58BEF544F421}">
      <dgm:prSet/>
      <dgm:spPr/>
      <dgm:t>
        <a:bodyPr/>
        <a:lstStyle/>
        <a:p>
          <a:endParaRPr lang="fr-FR"/>
        </a:p>
      </dgm:t>
    </dgm:pt>
    <dgm:pt modelId="{97E5F86C-3D2A-43BC-A2A1-6ADDCAE54ED7}" type="pres">
      <dgm:prSet presAssocID="{7CC695A0-F6A6-4B60-8508-C0E144E717A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D9E09D6-DC2D-4539-A510-F416FB14BAFA}" type="pres">
      <dgm:prSet presAssocID="{AA4E7617-976E-4FC3-A7E8-594214D44927}" presName="root1" presStyleCnt="0"/>
      <dgm:spPr/>
    </dgm:pt>
    <dgm:pt modelId="{4C0B39C8-4E74-4404-BD6E-57642B2B0C5C}" type="pres">
      <dgm:prSet presAssocID="{AA4E7617-976E-4FC3-A7E8-594214D44927}" presName="LevelOneTextNode" presStyleLbl="node0" presStyleIdx="0" presStyleCnt="1">
        <dgm:presLayoutVars>
          <dgm:chPref val="3"/>
        </dgm:presLayoutVars>
      </dgm:prSet>
      <dgm:spPr/>
    </dgm:pt>
    <dgm:pt modelId="{6F5D6E20-1412-46A0-8A16-738D81001174}" type="pres">
      <dgm:prSet presAssocID="{AA4E7617-976E-4FC3-A7E8-594214D44927}" presName="level2hierChild" presStyleCnt="0"/>
      <dgm:spPr/>
    </dgm:pt>
    <dgm:pt modelId="{58E60DD6-7723-4840-A91A-7485076969D3}" type="pres">
      <dgm:prSet presAssocID="{FD798957-FB95-49E1-B098-4265C3F65D85}" presName="conn2-1" presStyleLbl="parChTrans1D2" presStyleIdx="0" presStyleCnt="2"/>
      <dgm:spPr/>
    </dgm:pt>
    <dgm:pt modelId="{16227CFD-EA98-49F7-B50A-62E0C6FFAF4A}" type="pres">
      <dgm:prSet presAssocID="{FD798957-FB95-49E1-B098-4265C3F65D85}" presName="connTx" presStyleLbl="parChTrans1D2" presStyleIdx="0" presStyleCnt="2"/>
      <dgm:spPr/>
    </dgm:pt>
    <dgm:pt modelId="{85B6DB76-BB10-4654-9A71-4E2F5AF22DCE}" type="pres">
      <dgm:prSet presAssocID="{5CE32E0C-33D4-40A0-93E2-FC665E6A94FB}" presName="root2" presStyleCnt="0"/>
      <dgm:spPr/>
    </dgm:pt>
    <dgm:pt modelId="{CC84169B-5BB4-4546-AA80-1509156C796F}" type="pres">
      <dgm:prSet presAssocID="{5CE32E0C-33D4-40A0-93E2-FC665E6A94FB}" presName="LevelTwoTextNode" presStyleLbl="node2" presStyleIdx="0" presStyleCnt="2">
        <dgm:presLayoutVars>
          <dgm:chPref val="3"/>
        </dgm:presLayoutVars>
      </dgm:prSet>
      <dgm:spPr/>
    </dgm:pt>
    <dgm:pt modelId="{A18BDB42-0F5A-4C48-9BCD-F43FDC847C87}" type="pres">
      <dgm:prSet presAssocID="{5CE32E0C-33D4-40A0-93E2-FC665E6A94FB}" presName="level3hierChild" presStyleCnt="0"/>
      <dgm:spPr/>
    </dgm:pt>
    <dgm:pt modelId="{A46D166D-AFF2-426E-A253-F82943BC7648}" type="pres">
      <dgm:prSet presAssocID="{0641F757-3CB7-46EA-849D-E741892ABA3B}" presName="conn2-1" presStyleLbl="parChTrans1D2" presStyleIdx="1" presStyleCnt="2"/>
      <dgm:spPr/>
    </dgm:pt>
    <dgm:pt modelId="{11F73B1F-DD0F-4EA2-A7F7-68054DDE34DB}" type="pres">
      <dgm:prSet presAssocID="{0641F757-3CB7-46EA-849D-E741892ABA3B}" presName="connTx" presStyleLbl="parChTrans1D2" presStyleIdx="1" presStyleCnt="2"/>
      <dgm:spPr/>
    </dgm:pt>
    <dgm:pt modelId="{06E1391A-AE28-4F47-9F17-0BA61E9B14F0}" type="pres">
      <dgm:prSet presAssocID="{FC2AF19A-29C0-49E7-AA62-D1277E073755}" presName="root2" presStyleCnt="0"/>
      <dgm:spPr/>
    </dgm:pt>
    <dgm:pt modelId="{947E8CDC-E15B-4C92-9393-6427C53CC699}" type="pres">
      <dgm:prSet presAssocID="{FC2AF19A-29C0-49E7-AA62-D1277E073755}" presName="LevelTwoTextNode" presStyleLbl="node2" presStyleIdx="1" presStyleCnt="2">
        <dgm:presLayoutVars>
          <dgm:chPref val="3"/>
        </dgm:presLayoutVars>
      </dgm:prSet>
      <dgm:spPr/>
    </dgm:pt>
    <dgm:pt modelId="{A9E4FD49-1913-4A04-8867-026DBFE051A1}" type="pres">
      <dgm:prSet presAssocID="{FC2AF19A-29C0-49E7-AA62-D1277E073755}" presName="level3hierChild" presStyleCnt="0"/>
      <dgm:spPr/>
    </dgm:pt>
  </dgm:ptLst>
  <dgm:cxnLst>
    <dgm:cxn modelId="{30654909-CC34-410B-A064-76EBD50C63CE}" type="presOf" srcId="{FD798957-FB95-49E1-B098-4265C3F65D85}" destId="{58E60DD6-7723-4840-A91A-7485076969D3}" srcOrd="0" destOrd="0" presId="urn:microsoft.com/office/officeart/2005/8/layout/hierarchy2"/>
    <dgm:cxn modelId="{37A98523-1D90-4281-82FD-58BEF544F421}" srcId="{AA4E7617-976E-4FC3-A7E8-594214D44927}" destId="{FC2AF19A-29C0-49E7-AA62-D1277E073755}" srcOrd="1" destOrd="0" parTransId="{0641F757-3CB7-46EA-849D-E741892ABA3B}" sibTransId="{F9D4F603-808C-4A74-BBE3-CAE313889AE0}"/>
    <dgm:cxn modelId="{21CA7B2A-C4D0-4401-A5D1-282D71CCDD3B}" type="presOf" srcId="{FC2AF19A-29C0-49E7-AA62-D1277E073755}" destId="{947E8CDC-E15B-4C92-9393-6427C53CC699}" srcOrd="0" destOrd="0" presId="urn:microsoft.com/office/officeart/2005/8/layout/hierarchy2"/>
    <dgm:cxn modelId="{0AF0E161-D9D5-4AE2-BFAB-908A03B2B3DC}" type="presOf" srcId="{7CC695A0-F6A6-4B60-8508-C0E144E717AC}" destId="{97E5F86C-3D2A-43BC-A2A1-6ADDCAE54ED7}" srcOrd="0" destOrd="0" presId="urn:microsoft.com/office/officeart/2005/8/layout/hierarchy2"/>
    <dgm:cxn modelId="{7636F871-6885-4FAA-AAD7-37BD82DE9C35}" type="presOf" srcId="{FD798957-FB95-49E1-B098-4265C3F65D85}" destId="{16227CFD-EA98-49F7-B50A-62E0C6FFAF4A}" srcOrd="1" destOrd="0" presId="urn:microsoft.com/office/officeart/2005/8/layout/hierarchy2"/>
    <dgm:cxn modelId="{4502A288-FE0A-471A-8A32-8F4ABF5A73F8}" type="presOf" srcId="{AA4E7617-976E-4FC3-A7E8-594214D44927}" destId="{4C0B39C8-4E74-4404-BD6E-57642B2B0C5C}" srcOrd="0" destOrd="0" presId="urn:microsoft.com/office/officeart/2005/8/layout/hierarchy2"/>
    <dgm:cxn modelId="{7005739E-8C55-438D-AF1F-64F8206CF99C}" type="presOf" srcId="{5CE32E0C-33D4-40A0-93E2-FC665E6A94FB}" destId="{CC84169B-5BB4-4546-AA80-1509156C796F}" srcOrd="0" destOrd="0" presId="urn:microsoft.com/office/officeart/2005/8/layout/hierarchy2"/>
    <dgm:cxn modelId="{A4DDFAC3-10EB-4D97-871A-4FE2113CF6E9}" srcId="{7CC695A0-F6A6-4B60-8508-C0E144E717AC}" destId="{AA4E7617-976E-4FC3-A7E8-594214D44927}" srcOrd="0" destOrd="0" parTransId="{751CAC9B-2B99-4950-AE65-251259799526}" sibTransId="{7733C85D-85C8-45BA-B864-CAAF16C7816C}"/>
    <dgm:cxn modelId="{9AE8F0D2-0901-4BE2-A801-EA3CEC5E83F9}" type="presOf" srcId="{0641F757-3CB7-46EA-849D-E741892ABA3B}" destId="{11F73B1F-DD0F-4EA2-A7F7-68054DDE34DB}" srcOrd="1" destOrd="0" presId="urn:microsoft.com/office/officeart/2005/8/layout/hierarchy2"/>
    <dgm:cxn modelId="{739904DF-F45B-4B66-BE36-227C5A1A90B7}" type="presOf" srcId="{0641F757-3CB7-46EA-849D-E741892ABA3B}" destId="{A46D166D-AFF2-426E-A253-F82943BC7648}" srcOrd="0" destOrd="0" presId="urn:microsoft.com/office/officeart/2005/8/layout/hierarchy2"/>
    <dgm:cxn modelId="{347729DF-A065-4E07-90D9-B53C633AE8B4}" srcId="{AA4E7617-976E-4FC3-A7E8-594214D44927}" destId="{5CE32E0C-33D4-40A0-93E2-FC665E6A94FB}" srcOrd="0" destOrd="0" parTransId="{FD798957-FB95-49E1-B098-4265C3F65D85}" sibTransId="{7CBA38EB-3171-4C0B-B274-999851FBD9C7}"/>
    <dgm:cxn modelId="{94E9A113-3E7A-4643-B1C4-841CCF9B67FA}" type="presParOf" srcId="{97E5F86C-3D2A-43BC-A2A1-6ADDCAE54ED7}" destId="{7D9E09D6-DC2D-4539-A510-F416FB14BAFA}" srcOrd="0" destOrd="0" presId="urn:microsoft.com/office/officeart/2005/8/layout/hierarchy2"/>
    <dgm:cxn modelId="{9047886A-1F3E-403A-8126-DB1654DFF07C}" type="presParOf" srcId="{7D9E09D6-DC2D-4539-A510-F416FB14BAFA}" destId="{4C0B39C8-4E74-4404-BD6E-57642B2B0C5C}" srcOrd="0" destOrd="0" presId="urn:microsoft.com/office/officeart/2005/8/layout/hierarchy2"/>
    <dgm:cxn modelId="{FE584AE9-D4F0-46DE-830D-AA9F9EC81432}" type="presParOf" srcId="{7D9E09D6-DC2D-4539-A510-F416FB14BAFA}" destId="{6F5D6E20-1412-46A0-8A16-738D81001174}" srcOrd="1" destOrd="0" presId="urn:microsoft.com/office/officeart/2005/8/layout/hierarchy2"/>
    <dgm:cxn modelId="{E25274BC-6704-429D-AF72-D43CA57D37BA}" type="presParOf" srcId="{6F5D6E20-1412-46A0-8A16-738D81001174}" destId="{58E60DD6-7723-4840-A91A-7485076969D3}" srcOrd="0" destOrd="0" presId="urn:microsoft.com/office/officeart/2005/8/layout/hierarchy2"/>
    <dgm:cxn modelId="{2662F8D1-1B25-4254-8329-A7231F749B90}" type="presParOf" srcId="{58E60DD6-7723-4840-A91A-7485076969D3}" destId="{16227CFD-EA98-49F7-B50A-62E0C6FFAF4A}" srcOrd="0" destOrd="0" presId="urn:microsoft.com/office/officeart/2005/8/layout/hierarchy2"/>
    <dgm:cxn modelId="{209FE52C-6027-484C-A61F-DCAFE19632A9}" type="presParOf" srcId="{6F5D6E20-1412-46A0-8A16-738D81001174}" destId="{85B6DB76-BB10-4654-9A71-4E2F5AF22DCE}" srcOrd="1" destOrd="0" presId="urn:microsoft.com/office/officeart/2005/8/layout/hierarchy2"/>
    <dgm:cxn modelId="{BFF8EF17-31F8-494C-BD64-83175BCE0AC5}" type="presParOf" srcId="{85B6DB76-BB10-4654-9A71-4E2F5AF22DCE}" destId="{CC84169B-5BB4-4546-AA80-1509156C796F}" srcOrd="0" destOrd="0" presId="urn:microsoft.com/office/officeart/2005/8/layout/hierarchy2"/>
    <dgm:cxn modelId="{7ABA65E2-F02B-4707-AE0D-7A14D35C10BC}" type="presParOf" srcId="{85B6DB76-BB10-4654-9A71-4E2F5AF22DCE}" destId="{A18BDB42-0F5A-4C48-9BCD-F43FDC847C87}" srcOrd="1" destOrd="0" presId="urn:microsoft.com/office/officeart/2005/8/layout/hierarchy2"/>
    <dgm:cxn modelId="{2684A7AB-0E95-4389-96DD-49A801449EA9}" type="presParOf" srcId="{6F5D6E20-1412-46A0-8A16-738D81001174}" destId="{A46D166D-AFF2-426E-A253-F82943BC7648}" srcOrd="2" destOrd="0" presId="urn:microsoft.com/office/officeart/2005/8/layout/hierarchy2"/>
    <dgm:cxn modelId="{137AC88D-C4F2-4133-9185-5674E2C8C8B5}" type="presParOf" srcId="{A46D166D-AFF2-426E-A253-F82943BC7648}" destId="{11F73B1F-DD0F-4EA2-A7F7-68054DDE34DB}" srcOrd="0" destOrd="0" presId="urn:microsoft.com/office/officeart/2005/8/layout/hierarchy2"/>
    <dgm:cxn modelId="{B9A7293B-E280-47F2-8E8C-6D9CEA7E705E}" type="presParOf" srcId="{6F5D6E20-1412-46A0-8A16-738D81001174}" destId="{06E1391A-AE28-4F47-9F17-0BA61E9B14F0}" srcOrd="3" destOrd="0" presId="urn:microsoft.com/office/officeart/2005/8/layout/hierarchy2"/>
    <dgm:cxn modelId="{CF5D1665-8A96-4748-A833-5486D99B3366}" type="presParOf" srcId="{06E1391A-AE28-4F47-9F17-0BA61E9B14F0}" destId="{947E8CDC-E15B-4C92-9393-6427C53CC699}" srcOrd="0" destOrd="0" presId="urn:microsoft.com/office/officeart/2005/8/layout/hierarchy2"/>
    <dgm:cxn modelId="{FC84C8ED-6A08-46B2-BC2D-4B1BB287F691}" type="presParOf" srcId="{06E1391A-AE28-4F47-9F17-0BA61E9B14F0}" destId="{A9E4FD49-1913-4A04-8867-026DBFE051A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B36CE5-6348-44B4-8268-DCAC9B0D6BB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4E2FFCD-2C37-4075-8653-9CC80CAD0F01}">
      <dgm:prSet phldrT="[Texte]"/>
      <dgm:spPr>
        <a:noFill/>
        <a:ln w="38100">
          <a:solidFill>
            <a:schemeClr val="tx1"/>
          </a:solidFill>
        </a:ln>
      </dgm:spPr>
      <dgm:t>
        <a:bodyPr/>
        <a:lstStyle/>
        <a:p>
          <a:r>
            <a:rPr lang="fr-FR" dirty="0">
              <a:solidFill>
                <a:schemeClr val="tx1"/>
              </a:solidFill>
            </a:rPr>
            <a:t>ELEMENT</a:t>
          </a:r>
        </a:p>
      </dgm:t>
    </dgm:pt>
    <dgm:pt modelId="{4426C129-9194-4E51-979D-1817D9919F35}" type="parTrans" cxnId="{E47C1A67-8F87-416C-B222-5A178198F327}">
      <dgm:prSet/>
      <dgm:spPr/>
      <dgm:t>
        <a:bodyPr/>
        <a:lstStyle/>
        <a:p>
          <a:endParaRPr lang="fr-FR"/>
        </a:p>
      </dgm:t>
    </dgm:pt>
    <dgm:pt modelId="{273B939D-224F-4F19-BA75-E3D86483E598}" type="sibTrans" cxnId="{E47C1A67-8F87-416C-B222-5A178198F327}">
      <dgm:prSet/>
      <dgm:spPr/>
      <dgm:t>
        <a:bodyPr/>
        <a:lstStyle/>
        <a:p>
          <a:endParaRPr lang="fr-FR"/>
        </a:p>
      </dgm:t>
    </dgm:pt>
    <dgm:pt modelId="{A3D57648-4ACA-431C-8065-6E44011999CD}">
      <dgm:prSet phldrT="[Texte]"/>
      <dgm:spPr>
        <a:noFill/>
        <a:ln w="38100">
          <a:solidFill>
            <a:schemeClr val="tx1"/>
          </a:solidFill>
        </a:ln>
      </dgm:spPr>
      <dgm:t>
        <a:bodyPr/>
        <a:lstStyle/>
        <a:p>
          <a:r>
            <a:rPr lang="fr-FR" dirty="0">
              <a:solidFill>
                <a:schemeClr val="tx1"/>
              </a:solidFill>
            </a:rPr>
            <a:t>BLOCK</a:t>
          </a:r>
        </a:p>
      </dgm:t>
    </dgm:pt>
    <dgm:pt modelId="{71DA393E-914B-4974-AB02-04B13C9F074C}" type="parTrans" cxnId="{3021D184-E83E-44B7-951A-0BF04914699D}">
      <dgm:prSet/>
      <dgm:spPr>
        <a:ln w="38100">
          <a:solidFill>
            <a:schemeClr val="tx1"/>
          </a:solidFill>
        </a:ln>
      </dgm:spPr>
      <dgm:t>
        <a:bodyPr/>
        <a:lstStyle/>
        <a:p>
          <a:endParaRPr lang="fr-FR"/>
        </a:p>
      </dgm:t>
    </dgm:pt>
    <dgm:pt modelId="{4A5B47A0-07C4-4C73-95DC-8803DADA07B9}" type="sibTrans" cxnId="{3021D184-E83E-44B7-951A-0BF04914699D}">
      <dgm:prSet/>
      <dgm:spPr/>
      <dgm:t>
        <a:bodyPr/>
        <a:lstStyle/>
        <a:p>
          <a:endParaRPr lang="fr-FR"/>
        </a:p>
      </dgm:t>
    </dgm:pt>
    <dgm:pt modelId="{E07AF936-803F-4A6E-9E6A-9B910322FEC6}">
      <dgm:prSet phldrT="[Texte]"/>
      <dgm:spPr>
        <a:noFill/>
        <a:ln w="38100">
          <a:solidFill>
            <a:schemeClr val="tx1"/>
          </a:solidFill>
        </a:ln>
      </dgm:spPr>
      <dgm:t>
        <a:bodyPr/>
        <a:lstStyle/>
        <a:p>
          <a:r>
            <a:rPr lang="fr-FR" dirty="0">
              <a:solidFill>
                <a:schemeClr val="tx1"/>
              </a:solidFill>
            </a:rPr>
            <a:t>INLINE</a:t>
          </a:r>
        </a:p>
      </dgm:t>
    </dgm:pt>
    <dgm:pt modelId="{04163561-B152-46A2-98FD-4AA2EDC4C4CD}" type="parTrans" cxnId="{7ACB53D7-FD66-4AE7-8469-B078C2C3BEF0}">
      <dgm:prSet/>
      <dgm:spPr>
        <a:ln w="38100">
          <a:solidFill>
            <a:schemeClr val="tx1"/>
          </a:solidFill>
        </a:ln>
      </dgm:spPr>
      <dgm:t>
        <a:bodyPr/>
        <a:lstStyle/>
        <a:p>
          <a:endParaRPr lang="fr-FR"/>
        </a:p>
      </dgm:t>
    </dgm:pt>
    <dgm:pt modelId="{7C7A7915-54F0-4867-B648-8B111CA309FE}" type="sibTrans" cxnId="{7ACB53D7-FD66-4AE7-8469-B078C2C3BEF0}">
      <dgm:prSet/>
      <dgm:spPr/>
      <dgm:t>
        <a:bodyPr/>
        <a:lstStyle/>
        <a:p>
          <a:endParaRPr lang="fr-FR"/>
        </a:p>
      </dgm:t>
    </dgm:pt>
    <dgm:pt modelId="{0EB63914-D7A4-4613-9100-DAC66F5ABD80}" type="pres">
      <dgm:prSet presAssocID="{9EB36CE5-6348-44B4-8268-DCAC9B0D6BB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02C972C-2777-4D4F-929C-B9C2253FC2DA}" type="pres">
      <dgm:prSet presAssocID="{E4E2FFCD-2C37-4075-8653-9CC80CAD0F01}" presName="hierRoot1" presStyleCnt="0">
        <dgm:presLayoutVars>
          <dgm:hierBranch val="init"/>
        </dgm:presLayoutVars>
      </dgm:prSet>
      <dgm:spPr/>
    </dgm:pt>
    <dgm:pt modelId="{FAD6E2A3-2141-413A-9FE2-521A876BE990}" type="pres">
      <dgm:prSet presAssocID="{E4E2FFCD-2C37-4075-8653-9CC80CAD0F01}" presName="rootComposite1" presStyleCnt="0"/>
      <dgm:spPr/>
    </dgm:pt>
    <dgm:pt modelId="{22A87AC4-C8A1-43DE-8720-A4F02C1893B3}" type="pres">
      <dgm:prSet presAssocID="{E4E2FFCD-2C37-4075-8653-9CC80CAD0F01}" presName="rootText1" presStyleLbl="node0" presStyleIdx="0" presStyleCnt="1" custScaleY="44497" custLinFactNeighborX="379" custLinFactNeighborY="-13880">
        <dgm:presLayoutVars>
          <dgm:chPref val="3"/>
        </dgm:presLayoutVars>
      </dgm:prSet>
      <dgm:spPr/>
    </dgm:pt>
    <dgm:pt modelId="{91E07B13-AA77-4004-8E2A-5BE7DEADC230}" type="pres">
      <dgm:prSet presAssocID="{E4E2FFCD-2C37-4075-8653-9CC80CAD0F01}" presName="rootConnector1" presStyleLbl="node1" presStyleIdx="0" presStyleCnt="0"/>
      <dgm:spPr/>
    </dgm:pt>
    <dgm:pt modelId="{6D2926BC-BB10-48D7-8E73-353B100DFA23}" type="pres">
      <dgm:prSet presAssocID="{E4E2FFCD-2C37-4075-8653-9CC80CAD0F01}" presName="hierChild2" presStyleCnt="0"/>
      <dgm:spPr/>
    </dgm:pt>
    <dgm:pt modelId="{7B2E5395-65C5-45EF-8F09-8612C0415A72}" type="pres">
      <dgm:prSet presAssocID="{71DA393E-914B-4974-AB02-04B13C9F074C}" presName="Name37" presStyleLbl="parChTrans1D2" presStyleIdx="0" presStyleCnt="2"/>
      <dgm:spPr/>
    </dgm:pt>
    <dgm:pt modelId="{E7F35A8F-215B-4119-9B1E-A2AF9D2EF871}" type="pres">
      <dgm:prSet presAssocID="{A3D57648-4ACA-431C-8065-6E44011999CD}" presName="hierRoot2" presStyleCnt="0">
        <dgm:presLayoutVars>
          <dgm:hierBranch val="init"/>
        </dgm:presLayoutVars>
      </dgm:prSet>
      <dgm:spPr/>
    </dgm:pt>
    <dgm:pt modelId="{E1315528-3E8B-4F1B-8F5D-8FD81D05F35F}" type="pres">
      <dgm:prSet presAssocID="{A3D57648-4ACA-431C-8065-6E44011999CD}" presName="rootComposite" presStyleCnt="0"/>
      <dgm:spPr/>
    </dgm:pt>
    <dgm:pt modelId="{B7F5D729-E938-4651-AB1B-224CF97A51D1}" type="pres">
      <dgm:prSet presAssocID="{A3D57648-4ACA-431C-8065-6E44011999CD}" presName="rootText" presStyleLbl="node2" presStyleIdx="0" presStyleCnt="2" custScaleX="91871" custScaleY="61127" custLinFactNeighborX="-80931" custLinFactNeighborY="1058">
        <dgm:presLayoutVars>
          <dgm:chPref val="3"/>
        </dgm:presLayoutVars>
      </dgm:prSet>
      <dgm:spPr/>
    </dgm:pt>
    <dgm:pt modelId="{1467178A-0EB4-41F4-9876-A7CACD485AE2}" type="pres">
      <dgm:prSet presAssocID="{A3D57648-4ACA-431C-8065-6E44011999CD}" presName="rootConnector" presStyleLbl="node2" presStyleIdx="0" presStyleCnt="2"/>
      <dgm:spPr/>
    </dgm:pt>
    <dgm:pt modelId="{0EBCBD32-145D-4FB5-AA73-F6ED1275E793}" type="pres">
      <dgm:prSet presAssocID="{A3D57648-4ACA-431C-8065-6E44011999CD}" presName="hierChild4" presStyleCnt="0"/>
      <dgm:spPr/>
    </dgm:pt>
    <dgm:pt modelId="{5C25984E-2C2E-415F-86F5-84D59F3C6CA4}" type="pres">
      <dgm:prSet presAssocID="{A3D57648-4ACA-431C-8065-6E44011999CD}" presName="hierChild5" presStyleCnt="0"/>
      <dgm:spPr/>
    </dgm:pt>
    <dgm:pt modelId="{32045383-FA9C-4C84-849D-7ED591B36B20}" type="pres">
      <dgm:prSet presAssocID="{04163561-B152-46A2-98FD-4AA2EDC4C4CD}" presName="Name37" presStyleLbl="parChTrans1D2" presStyleIdx="1" presStyleCnt="2"/>
      <dgm:spPr/>
    </dgm:pt>
    <dgm:pt modelId="{ABF2BD7B-CB65-4A40-AC08-5E92B47FB145}" type="pres">
      <dgm:prSet presAssocID="{E07AF936-803F-4A6E-9E6A-9B910322FEC6}" presName="hierRoot2" presStyleCnt="0">
        <dgm:presLayoutVars>
          <dgm:hierBranch val="init"/>
        </dgm:presLayoutVars>
      </dgm:prSet>
      <dgm:spPr/>
    </dgm:pt>
    <dgm:pt modelId="{398D35F1-A249-4193-9AB7-5658C24F3F42}" type="pres">
      <dgm:prSet presAssocID="{E07AF936-803F-4A6E-9E6A-9B910322FEC6}" presName="rootComposite" presStyleCnt="0"/>
      <dgm:spPr/>
    </dgm:pt>
    <dgm:pt modelId="{7AAAEDD4-BF1D-4366-9FAB-F72786CB7BB2}" type="pres">
      <dgm:prSet presAssocID="{E07AF936-803F-4A6E-9E6A-9B910322FEC6}" presName="rootText" presStyleLbl="node2" presStyleIdx="1" presStyleCnt="2" custScaleX="99412" custScaleY="56368" custLinFactNeighborX="59057" custLinFactNeighborY="778">
        <dgm:presLayoutVars>
          <dgm:chPref val="3"/>
        </dgm:presLayoutVars>
      </dgm:prSet>
      <dgm:spPr/>
    </dgm:pt>
    <dgm:pt modelId="{7D4CA425-801C-41B9-9687-0DA9227A552A}" type="pres">
      <dgm:prSet presAssocID="{E07AF936-803F-4A6E-9E6A-9B910322FEC6}" presName="rootConnector" presStyleLbl="node2" presStyleIdx="1" presStyleCnt="2"/>
      <dgm:spPr/>
    </dgm:pt>
    <dgm:pt modelId="{AE6C06B1-C9A6-49FD-BAE0-634EC9F25357}" type="pres">
      <dgm:prSet presAssocID="{E07AF936-803F-4A6E-9E6A-9B910322FEC6}" presName="hierChild4" presStyleCnt="0"/>
      <dgm:spPr/>
    </dgm:pt>
    <dgm:pt modelId="{07037491-C885-4DC0-9CD2-7BD7D3D91B8B}" type="pres">
      <dgm:prSet presAssocID="{E07AF936-803F-4A6E-9E6A-9B910322FEC6}" presName="hierChild5" presStyleCnt="0"/>
      <dgm:spPr/>
    </dgm:pt>
    <dgm:pt modelId="{501D3801-7232-4DE5-A444-2CB76FFA070F}" type="pres">
      <dgm:prSet presAssocID="{E4E2FFCD-2C37-4075-8653-9CC80CAD0F01}" presName="hierChild3" presStyleCnt="0"/>
      <dgm:spPr/>
    </dgm:pt>
  </dgm:ptLst>
  <dgm:cxnLst>
    <dgm:cxn modelId="{D2679016-5785-4B5B-9870-66BC21973DDE}" type="presOf" srcId="{9EB36CE5-6348-44B4-8268-DCAC9B0D6BB0}" destId="{0EB63914-D7A4-4613-9100-DAC66F5ABD80}" srcOrd="0" destOrd="0" presId="urn:microsoft.com/office/officeart/2005/8/layout/orgChart1"/>
    <dgm:cxn modelId="{A6ADDE23-9334-4B11-803A-8FBEE4C8BC75}" type="presOf" srcId="{E07AF936-803F-4A6E-9E6A-9B910322FEC6}" destId="{7AAAEDD4-BF1D-4366-9FAB-F72786CB7BB2}" srcOrd="0" destOrd="0" presId="urn:microsoft.com/office/officeart/2005/8/layout/orgChart1"/>
    <dgm:cxn modelId="{8562C72B-E4A1-47B9-B7D4-3B05F4E08F45}" type="presOf" srcId="{A3D57648-4ACA-431C-8065-6E44011999CD}" destId="{B7F5D729-E938-4651-AB1B-224CF97A51D1}" srcOrd="0" destOrd="0" presId="urn:microsoft.com/office/officeart/2005/8/layout/orgChart1"/>
    <dgm:cxn modelId="{24629833-590B-4419-AEA0-42E59795F6D3}" type="presOf" srcId="{A3D57648-4ACA-431C-8065-6E44011999CD}" destId="{1467178A-0EB4-41F4-9876-A7CACD485AE2}" srcOrd="1" destOrd="0" presId="urn:microsoft.com/office/officeart/2005/8/layout/orgChart1"/>
    <dgm:cxn modelId="{8DDF4161-74BD-493F-8D36-690418B64493}" type="presOf" srcId="{E4E2FFCD-2C37-4075-8653-9CC80CAD0F01}" destId="{22A87AC4-C8A1-43DE-8720-A4F02C1893B3}" srcOrd="0" destOrd="0" presId="urn:microsoft.com/office/officeart/2005/8/layout/orgChart1"/>
    <dgm:cxn modelId="{4902E245-01FA-46D7-BC46-A57477FF40C1}" type="presOf" srcId="{71DA393E-914B-4974-AB02-04B13C9F074C}" destId="{7B2E5395-65C5-45EF-8F09-8612C0415A72}" srcOrd="0" destOrd="0" presId="urn:microsoft.com/office/officeart/2005/8/layout/orgChart1"/>
    <dgm:cxn modelId="{E47C1A67-8F87-416C-B222-5A178198F327}" srcId="{9EB36CE5-6348-44B4-8268-DCAC9B0D6BB0}" destId="{E4E2FFCD-2C37-4075-8653-9CC80CAD0F01}" srcOrd="0" destOrd="0" parTransId="{4426C129-9194-4E51-979D-1817D9919F35}" sibTransId="{273B939D-224F-4F19-BA75-E3D86483E598}"/>
    <dgm:cxn modelId="{90E2E748-FCFB-40A3-8534-008EC002C49A}" type="presOf" srcId="{E4E2FFCD-2C37-4075-8653-9CC80CAD0F01}" destId="{91E07B13-AA77-4004-8E2A-5BE7DEADC230}" srcOrd="1" destOrd="0" presId="urn:microsoft.com/office/officeart/2005/8/layout/orgChart1"/>
    <dgm:cxn modelId="{3021D184-E83E-44B7-951A-0BF04914699D}" srcId="{E4E2FFCD-2C37-4075-8653-9CC80CAD0F01}" destId="{A3D57648-4ACA-431C-8065-6E44011999CD}" srcOrd="0" destOrd="0" parTransId="{71DA393E-914B-4974-AB02-04B13C9F074C}" sibTransId="{4A5B47A0-07C4-4C73-95DC-8803DADA07B9}"/>
    <dgm:cxn modelId="{71AF98C1-361F-420C-A907-111C337C7177}" type="presOf" srcId="{04163561-B152-46A2-98FD-4AA2EDC4C4CD}" destId="{32045383-FA9C-4C84-849D-7ED591B36B20}" srcOrd="0" destOrd="0" presId="urn:microsoft.com/office/officeart/2005/8/layout/orgChart1"/>
    <dgm:cxn modelId="{7ACB53D7-FD66-4AE7-8469-B078C2C3BEF0}" srcId="{E4E2FFCD-2C37-4075-8653-9CC80CAD0F01}" destId="{E07AF936-803F-4A6E-9E6A-9B910322FEC6}" srcOrd="1" destOrd="0" parTransId="{04163561-B152-46A2-98FD-4AA2EDC4C4CD}" sibTransId="{7C7A7915-54F0-4867-B648-8B111CA309FE}"/>
    <dgm:cxn modelId="{D47219E7-2310-417B-823A-4963DA22033E}" type="presOf" srcId="{E07AF936-803F-4A6E-9E6A-9B910322FEC6}" destId="{7D4CA425-801C-41B9-9687-0DA9227A552A}" srcOrd="1" destOrd="0" presId="urn:microsoft.com/office/officeart/2005/8/layout/orgChart1"/>
    <dgm:cxn modelId="{894FE152-C3E3-48E7-9988-FE6E9C6634D5}" type="presParOf" srcId="{0EB63914-D7A4-4613-9100-DAC66F5ABD80}" destId="{802C972C-2777-4D4F-929C-B9C2253FC2DA}" srcOrd="0" destOrd="0" presId="urn:microsoft.com/office/officeart/2005/8/layout/orgChart1"/>
    <dgm:cxn modelId="{BDE4EA2A-B512-412B-A74D-0DA23714A815}" type="presParOf" srcId="{802C972C-2777-4D4F-929C-B9C2253FC2DA}" destId="{FAD6E2A3-2141-413A-9FE2-521A876BE990}" srcOrd="0" destOrd="0" presId="urn:microsoft.com/office/officeart/2005/8/layout/orgChart1"/>
    <dgm:cxn modelId="{F55EA953-9CC2-4237-B65A-CD3142F5D2A5}" type="presParOf" srcId="{FAD6E2A3-2141-413A-9FE2-521A876BE990}" destId="{22A87AC4-C8A1-43DE-8720-A4F02C1893B3}" srcOrd="0" destOrd="0" presId="urn:microsoft.com/office/officeart/2005/8/layout/orgChart1"/>
    <dgm:cxn modelId="{97ABAF7C-31DB-481C-AC64-EB9DA75D4F37}" type="presParOf" srcId="{FAD6E2A3-2141-413A-9FE2-521A876BE990}" destId="{91E07B13-AA77-4004-8E2A-5BE7DEADC230}" srcOrd="1" destOrd="0" presId="urn:microsoft.com/office/officeart/2005/8/layout/orgChart1"/>
    <dgm:cxn modelId="{DC0BEA1F-1A81-4DB4-BBF0-D4854F23F2C2}" type="presParOf" srcId="{802C972C-2777-4D4F-929C-B9C2253FC2DA}" destId="{6D2926BC-BB10-48D7-8E73-353B100DFA23}" srcOrd="1" destOrd="0" presId="urn:microsoft.com/office/officeart/2005/8/layout/orgChart1"/>
    <dgm:cxn modelId="{B5AF6ACC-DE6D-4CA1-A148-3DC50FE6F905}" type="presParOf" srcId="{6D2926BC-BB10-48D7-8E73-353B100DFA23}" destId="{7B2E5395-65C5-45EF-8F09-8612C0415A72}" srcOrd="0" destOrd="0" presId="urn:microsoft.com/office/officeart/2005/8/layout/orgChart1"/>
    <dgm:cxn modelId="{BA7ABBCE-B813-486B-926E-D2785ABC69B9}" type="presParOf" srcId="{6D2926BC-BB10-48D7-8E73-353B100DFA23}" destId="{E7F35A8F-215B-4119-9B1E-A2AF9D2EF871}" srcOrd="1" destOrd="0" presId="urn:microsoft.com/office/officeart/2005/8/layout/orgChart1"/>
    <dgm:cxn modelId="{71550EC1-2595-46BC-AE6B-23D98FD211E6}" type="presParOf" srcId="{E7F35A8F-215B-4119-9B1E-A2AF9D2EF871}" destId="{E1315528-3E8B-4F1B-8F5D-8FD81D05F35F}" srcOrd="0" destOrd="0" presId="urn:microsoft.com/office/officeart/2005/8/layout/orgChart1"/>
    <dgm:cxn modelId="{95A79445-C3D4-48CC-A70F-2182C89DDDE7}" type="presParOf" srcId="{E1315528-3E8B-4F1B-8F5D-8FD81D05F35F}" destId="{B7F5D729-E938-4651-AB1B-224CF97A51D1}" srcOrd="0" destOrd="0" presId="urn:microsoft.com/office/officeart/2005/8/layout/orgChart1"/>
    <dgm:cxn modelId="{3F8E4D3E-8EE0-4BF0-B965-123326F8FBD3}" type="presParOf" srcId="{E1315528-3E8B-4F1B-8F5D-8FD81D05F35F}" destId="{1467178A-0EB4-41F4-9876-A7CACD485AE2}" srcOrd="1" destOrd="0" presId="urn:microsoft.com/office/officeart/2005/8/layout/orgChart1"/>
    <dgm:cxn modelId="{893074E0-E190-482A-AB1F-AAA0211D3B17}" type="presParOf" srcId="{E7F35A8F-215B-4119-9B1E-A2AF9D2EF871}" destId="{0EBCBD32-145D-4FB5-AA73-F6ED1275E793}" srcOrd="1" destOrd="0" presId="urn:microsoft.com/office/officeart/2005/8/layout/orgChart1"/>
    <dgm:cxn modelId="{CBE3A6C9-E60B-4205-A979-46258090347C}" type="presParOf" srcId="{E7F35A8F-215B-4119-9B1E-A2AF9D2EF871}" destId="{5C25984E-2C2E-415F-86F5-84D59F3C6CA4}" srcOrd="2" destOrd="0" presId="urn:microsoft.com/office/officeart/2005/8/layout/orgChart1"/>
    <dgm:cxn modelId="{26760271-8ADF-4E88-8C5A-707DE4FFF5E1}" type="presParOf" srcId="{6D2926BC-BB10-48D7-8E73-353B100DFA23}" destId="{32045383-FA9C-4C84-849D-7ED591B36B20}" srcOrd="2" destOrd="0" presId="urn:microsoft.com/office/officeart/2005/8/layout/orgChart1"/>
    <dgm:cxn modelId="{10513BC9-A032-49A2-8D9D-FF3FA5E3B1C3}" type="presParOf" srcId="{6D2926BC-BB10-48D7-8E73-353B100DFA23}" destId="{ABF2BD7B-CB65-4A40-AC08-5E92B47FB145}" srcOrd="3" destOrd="0" presId="urn:microsoft.com/office/officeart/2005/8/layout/orgChart1"/>
    <dgm:cxn modelId="{CC38C6D6-F1E2-4FE4-9EBF-FF6330D734D9}" type="presParOf" srcId="{ABF2BD7B-CB65-4A40-AC08-5E92B47FB145}" destId="{398D35F1-A249-4193-9AB7-5658C24F3F42}" srcOrd="0" destOrd="0" presId="urn:microsoft.com/office/officeart/2005/8/layout/orgChart1"/>
    <dgm:cxn modelId="{A042D295-6D70-4905-B551-4B34481B4060}" type="presParOf" srcId="{398D35F1-A249-4193-9AB7-5658C24F3F42}" destId="{7AAAEDD4-BF1D-4366-9FAB-F72786CB7BB2}" srcOrd="0" destOrd="0" presId="urn:microsoft.com/office/officeart/2005/8/layout/orgChart1"/>
    <dgm:cxn modelId="{5A0F2725-E7C0-4089-8610-66D3170E9C6E}" type="presParOf" srcId="{398D35F1-A249-4193-9AB7-5658C24F3F42}" destId="{7D4CA425-801C-41B9-9687-0DA9227A552A}" srcOrd="1" destOrd="0" presId="urn:microsoft.com/office/officeart/2005/8/layout/orgChart1"/>
    <dgm:cxn modelId="{E61501F0-3605-467B-A906-4654A680132B}" type="presParOf" srcId="{ABF2BD7B-CB65-4A40-AC08-5E92B47FB145}" destId="{AE6C06B1-C9A6-49FD-BAE0-634EC9F25357}" srcOrd="1" destOrd="0" presId="urn:microsoft.com/office/officeart/2005/8/layout/orgChart1"/>
    <dgm:cxn modelId="{9C51D7C1-ADD9-4F7F-9514-BBBFBEE7EE23}" type="presParOf" srcId="{ABF2BD7B-CB65-4A40-AC08-5E92B47FB145}" destId="{07037491-C885-4DC0-9CD2-7BD7D3D91B8B}" srcOrd="2" destOrd="0" presId="urn:microsoft.com/office/officeart/2005/8/layout/orgChart1"/>
    <dgm:cxn modelId="{DB0B0BCC-47E3-491F-975D-A76B54A6D7A7}" type="presParOf" srcId="{802C972C-2777-4D4F-929C-B9C2253FC2DA}" destId="{501D3801-7232-4DE5-A444-2CB76FFA070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47698-C3EC-4C1C-9ED7-4F488EB001FF}">
      <dsp:nvSpPr>
        <dsp:cNvPr id="0" name=""/>
        <dsp:cNvSpPr/>
      </dsp:nvSpPr>
      <dsp:spPr>
        <a:xfrm>
          <a:off x="0" y="0"/>
          <a:ext cx="1746174" cy="504000"/>
        </a:xfrm>
        <a:prstGeom prst="rightArrow">
          <a:avLst/>
        </a:prstGeom>
        <a:solidFill>
          <a:srgbClr val="00B0F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09DC2-80A8-4234-94C6-308A0764B842}">
      <dsp:nvSpPr>
        <dsp:cNvPr id="0" name=""/>
        <dsp:cNvSpPr/>
      </dsp:nvSpPr>
      <dsp:spPr>
        <a:xfrm>
          <a:off x="1177630" y="146527"/>
          <a:ext cx="432280" cy="25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0" bIns="7112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700" kern="1200"/>
        </a:p>
      </dsp:txBody>
      <dsp:txXfrm>
        <a:off x="1177630" y="146527"/>
        <a:ext cx="432280" cy="252000"/>
      </dsp:txXfrm>
    </dsp:sp>
    <dsp:sp modelId="{057B3C84-88A4-4E48-9777-178B87490DD9}">
      <dsp:nvSpPr>
        <dsp:cNvPr id="0" name=""/>
        <dsp:cNvSpPr/>
      </dsp:nvSpPr>
      <dsp:spPr>
        <a:xfrm>
          <a:off x="658893" y="146527"/>
          <a:ext cx="432280" cy="25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0" bIns="7112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700" kern="1200" dirty="0"/>
        </a:p>
      </dsp:txBody>
      <dsp:txXfrm>
        <a:off x="658893" y="146527"/>
        <a:ext cx="432280" cy="252000"/>
      </dsp:txXfrm>
    </dsp:sp>
    <dsp:sp modelId="{24CB4B0E-9122-4733-AEDA-BDC0EDF54DCA}">
      <dsp:nvSpPr>
        <dsp:cNvPr id="0" name=""/>
        <dsp:cNvSpPr/>
      </dsp:nvSpPr>
      <dsp:spPr>
        <a:xfrm>
          <a:off x="140157" y="146527"/>
          <a:ext cx="432280" cy="25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0" bIns="7112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700" kern="1200"/>
        </a:p>
      </dsp:txBody>
      <dsp:txXfrm>
        <a:off x="140157" y="146527"/>
        <a:ext cx="432280" cy="252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0835B1-6CF3-4918-AA64-4A3F6DC42143}">
      <dsp:nvSpPr>
        <dsp:cNvPr id="0" name=""/>
        <dsp:cNvSpPr/>
      </dsp:nvSpPr>
      <dsp:spPr>
        <a:xfrm>
          <a:off x="4260547" y="1747338"/>
          <a:ext cx="2624095" cy="14078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195"/>
              </a:lnTo>
              <a:lnTo>
                <a:pt x="2624095" y="725195"/>
              </a:lnTo>
              <a:lnTo>
                <a:pt x="2624095" y="1407808"/>
              </a:lnTo>
            </a:path>
          </a:pathLst>
        </a:cu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E632F0-45F0-4210-9A92-C8C29E44F97F}">
      <dsp:nvSpPr>
        <dsp:cNvPr id="0" name=""/>
        <dsp:cNvSpPr/>
      </dsp:nvSpPr>
      <dsp:spPr>
        <a:xfrm>
          <a:off x="2010133" y="1747338"/>
          <a:ext cx="2250413" cy="1399162"/>
        </a:xfrm>
        <a:custGeom>
          <a:avLst/>
          <a:gdLst/>
          <a:ahLst/>
          <a:cxnLst/>
          <a:rect l="0" t="0" r="0" b="0"/>
          <a:pathLst>
            <a:path>
              <a:moveTo>
                <a:pt x="2250413" y="0"/>
              </a:moveTo>
              <a:lnTo>
                <a:pt x="2250413" y="716548"/>
              </a:lnTo>
              <a:lnTo>
                <a:pt x="0" y="716548"/>
              </a:lnTo>
              <a:lnTo>
                <a:pt x="0" y="1399162"/>
              </a:lnTo>
            </a:path>
          </a:pathLst>
        </a:cu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4BA246-5B9E-4972-8B13-3E3E3912913B}">
      <dsp:nvSpPr>
        <dsp:cNvPr id="0" name=""/>
        <dsp:cNvSpPr/>
      </dsp:nvSpPr>
      <dsp:spPr>
        <a:xfrm>
          <a:off x="1849394" y="199756"/>
          <a:ext cx="4822305" cy="1547581"/>
        </a:xfrm>
        <a:prstGeom prst="rect">
          <a:avLst/>
        </a:pr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b="1" kern="1200" dirty="0">
              <a:solidFill>
                <a:schemeClr val="bg1"/>
              </a:solidFill>
            </a:rPr>
            <a:t>Un élément en HTML</a:t>
          </a:r>
        </a:p>
      </dsp:txBody>
      <dsp:txXfrm>
        <a:off x="1849394" y="199756"/>
        <a:ext cx="4822305" cy="1547581"/>
      </dsp:txXfrm>
    </dsp:sp>
    <dsp:sp modelId="{707D6099-6170-4779-883D-9CD5669F547D}">
      <dsp:nvSpPr>
        <dsp:cNvPr id="0" name=""/>
        <dsp:cNvSpPr/>
      </dsp:nvSpPr>
      <dsp:spPr>
        <a:xfrm>
          <a:off x="69919" y="3146500"/>
          <a:ext cx="3880429" cy="1865322"/>
        </a:xfrm>
        <a:prstGeom prst="rect">
          <a:avLst/>
        </a:pr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00B0F0"/>
              </a:solidFill>
            </a:rPr>
            <a:t>Paire</a:t>
          </a:r>
          <a:r>
            <a:rPr lang="fr-FR" sz="2400" b="1" kern="1200" dirty="0"/>
            <a:t> </a:t>
          </a:r>
          <a:r>
            <a:rPr lang="fr-FR" sz="2400" b="1" kern="1200" dirty="0">
              <a:solidFill>
                <a:schemeClr val="accent2"/>
              </a:solidFill>
            </a:rPr>
            <a:t>de</a:t>
          </a:r>
          <a:r>
            <a:rPr lang="fr-FR" sz="2400" b="1" kern="1200" dirty="0"/>
            <a:t> </a:t>
          </a:r>
          <a:r>
            <a:rPr lang="fr-FR" sz="2400" b="1" kern="1200" dirty="0">
              <a:solidFill>
                <a:srgbClr val="00B050"/>
              </a:solidFill>
            </a:rPr>
            <a:t>Balise</a:t>
          </a:r>
          <a:r>
            <a:rPr lang="fr-FR" sz="2400" b="1" kern="1200" dirty="0"/>
            <a:t> </a:t>
          </a:r>
          <a:r>
            <a:rPr lang="fr-FR" sz="2400" b="1" kern="1200" dirty="0">
              <a:solidFill>
                <a:schemeClr val="accent2"/>
              </a:solidFill>
            </a:rPr>
            <a:t>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chemeClr val="bg1"/>
              </a:solidFill>
            </a:rPr>
            <a:t>Balise ouvrante : &lt;p&gt;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chemeClr val="bg1"/>
              </a:solidFill>
            </a:rPr>
            <a:t>Balise fermante : &lt;/p&gt;</a:t>
          </a:r>
          <a:endParaRPr lang="fr-FR" sz="1400" b="1" kern="1200" dirty="0">
            <a:solidFill>
              <a:schemeClr val="bg1"/>
            </a:solidFill>
          </a:endParaRPr>
        </a:p>
      </dsp:txBody>
      <dsp:txXfrm>
        <a:off x="69919" y="3146500"/>
        <a:ext cx="3880429" cy="1865322"/>
      </dsp:txXfrm>
    </dsp:sp>
    <dsp:sp modelId="{BC92587E-1465-462C-ADF1-8E8DE9FB7CB1}">
      <dsp:nvSpPr>
        <dsp:cNvPr id="0" name=""/>
        <dsp:cNvSpPr/>
      </dsp:nvSpPr>
      <dsp:spPr>
        <a:xfrm>
          <a:off x="5248191" y="3155146"/>
          <a:ext cx="3272903" cy="1752203"/>
        </a:xfrm>
        <a:prstGeom prst="rect">
          <a:avLst/>
        </a:pr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00B050"/>
              </a:solidFill>
            </a:rPr>
            <a:t>Balise</a:t>
          </a:r>
          <a:r>
            <a:rPr lang="fr-FR" sz="2400" b="1" kern="1200" dirty="0"/>
            <a:t> </a:t>
          </a:r>
          <a:r>
            <a:rPr lang="fr-FR" sz="2400" b="1" kern="1200" dirty="0">
              <a:solidFill>
                <a:srgbClr val="00B0F0"/>
              </a:solidFill>
            </a:rPr>
            <a:t>orpheline</a:t>
          </a:r>
          <a:r>
            <a:rPr lang="fr-FR" sz="2400" b="1" kern="1200" dirty="0"/>
            <a:t>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chemeClr val="bg1"/>
              </a:solidFill>
            </a:rPr>
            <a:t>&lt;</a:t>
          </a:r>
          <a:r>
            <a:rPr lang="fr-FR" sz="2400" b="1" kern="1200" dirty="0" err="1">
              <a:solidFill>
                <a:schemeClr val="bg1"/>
              </a:solidFill>
            </a:rPr>
            <a:t>br</a:t>
          </a:r>
          <a:r>
            <a:rPr lang="fr-FR" sz="2400" b="1" kern="1200" dirty="0">
              <a:solidFill>
                <a:schemeClr val="bg1"/>
              </a:solidFill>
            </a:rPr>
            <a:t>/&gt;</a:t>
          </a:r>
        </a:p>
      </dsp:txBody>
      <dsp:txXfrm>
        <a:off x="5248191" y="3155146"/>
        <a:ext cx="3272903" cy="17522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049EF-DE9B-4BE1-B403-467152476993}">
      <dsp:nvSpPr>
        <dsp:cNvPr id="0" name=""/>
        <dsp:cNvSpPr/>
      </dsp:nvSpPr>
      <dsp:spPr>
        <a:xfrm>
          <a:off x="0" y="162004"/>
          <a:ext cx="3021948" cy="960969"/>
        </a:xfrm>
        <a:prstGeom prst="rightArrow">
          <a:avLst/>
        </a:prstGeom>
        <a:solidFill>
          <a:srgbClr val="00B0F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153F3-669F-4105-87D2-2AA9DC52E279}">
      <dsp:nvSpPr>
        <dsp:cNvPr id="0" name=""/>
        <dsp:cNvSpPr/>
      </dsp:nvSpPr>
      <dsp:spPr>
        <a:xfrm>
          <a:off x="2218063" y="402247"/>
          <a:ext cx="501690" cy="480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1920" rIns="0" bIns="1219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 dirty="0"/>
        </a:p>
      </dsp:txBody>
      <dsp:txXfrm>
        <a:off x="2218063" y="402247"/>
        <a:ext cx="501690" cy="480484"/>
      </dsp:txXfrm>
    </dsp:sp>
    <dsp:sp modelId="{2DB32E54-8F5E-4756-8A61-265404261946}">
      <dsp:nvSpPr>
        <dsp:cNvPr id="0" name=""/>
        <dsp:cNvSpPr/>
      </dsp:nvSpPr>
      <dsp:spPr>
        <a:xfrm>
          <a:off x="843822" y="402247"/>
          <a:ext cx="1273903" cy="480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03200" rIns="0" bIns="203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A la sortie</a:t>
          </a:r>
        </a:p>
      </dsp:txBody>
      <dsp:txXfrm>
        <a:off x="843822" y="402247"/>
        <a:ext cx="1273903" cy="480484"/>
      </dsp:txXfrm>
    </dsp:sp>
    <dsp:sp modelId="{8BEC76D8-7DFE-4A27-86A5-5085A61F5FC2}">
      <dsp:nvSpPr>
        <dsp:cNvPr id="0" name=""/>
        <dsp:cNvSpPr/>
      </dsp:nvSpPr>
      <dsp:spPr>
        <a:xfrm>
          <a:off x="241793" y="402247"/>
          <a:ext cx="501690" cy="480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1920" rIns="0" bIns="1219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>
        <a:off x="241793" y="402247"/>
        <a:ext cx="501690" cy="4804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0A4BB5-0D16-4149-A60C-351CFEA208DD}">
      <dsp:nvSpPr>
        <dsp:cNvPr id="0" name=""/>
        <dsp:cNvSpPr/>
      </dsp:nvSpPr>
      <dsp:spPr>
        <a:xfrm>
          <a:off x="3146651" y="2359920"/>
          <a:ext cx="591678" cy="19081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5839" y="0"/>
              </a:lnTo>
              <a:lnTo>
                <a:pt x="295839" y="1908162"/>
              </a:lnTo>
              <a:lnTo>
                <a:pt x="591678" y="1908162"/>
              </a:lnTo>
            </a:path>
          </a:pathLst>
        </a:cu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A301A4-A8A4-4989-9EDD-F5B69927E733}">
      <dsp:nvSpPr>
        <dsp:cNvPr id="0" name=""/>
        <dsp:cNvSpPr/>
      </dsp:nvSpPr>
      <dsp:spPr>
        <a:xfrm>
          <a:off x="3146651" y="2359920"/>
          <a:ext cx="591678" cy="6360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5839" y="0"/>
              </a:lnTo>
              <a:lnTo>
                <a:pt x="295839" y="636054"/>
              </a:lnTo>
              <a:lnTo>
                <a:pt x="591678" y="636054"/>
              </a:lnTo>
            </a:path>
          </a:pathLst>
        </a:cu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98D19E-1D70-4245-8D2D-BCE5C0AAE9D6}">
      <dsp:nvSpPr>
        <dsp:cNvPr id="0" name=""/>
        <dsp:cNvSpPr/>
      </dsp:nvSpPr>
      <dsp:spPr>
        <a:xfrm>
          <a:off x="3146651" y="1723866"/>
          <a:ext cx="591678" cy="636054"/>
        </a:xfrm>
        <a:custGeom>
          <a:avLst/>
          <a:gdLst/>
          <a:ahLst/>
          <a:cxnLst/>
          <a:rect l="0" t="0" r="0" b="0"/>
          <a:pathLst>
            <a:path>
              <a:moveTo>
                <a:pt x="0" y="636054"/>
              </a:moveTo>
              <a:lnTo>
                <a:pt x="295839" y="636054"/>
              </a:lnTo>
              <a:lnTo>
                <a:pt x="295839" y="0"/>
              </a:lnTo>
              <a:lnTo>
                <a:pt x="591678" y="0"/>
              </a:lnTo>
            </a:path>
          </a:pathLst>
        </a:cu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87A732-AD6F-4895-B04B-1974A7CF13D8}">
      <dsp:nvSpPr>
        <dsp:cNvPr id="0" name=""/>
        <dsp:cNvSpPr/>
      </dsp:nvSpPr>
      <dsp:spPr>
        <a:xfrm>
          <a:off x="3146651" y="451758"/>
          <a:ext cx="591678" cy="1908162"/>
        </a:xfrm>
        <a:custGeom>
          <a:avLst/>
          <a:gdLst/>
          <a:ahLst/>
          <a:cxnLst/>
          <a:rect l="0" t="0" r="0" b="0"/>
          <a:pathLst>
            <a:path>
              <a:moveTo>
                <a:pt x="0" y="1908162"/>
              </a:moveTo>
              <a:lnTo>
                <a:pt x="295839" y="1908162"/>
              </a:lnTo>
              <a:lnTo>
                <a:pt x="295839" y="0"/>
              </a:lnTo>
              <a:lnTo>
                <a:pt x="591678" y="0"/>
              </a:lnTo>
            </a:path>
          </a:pathLst>
        </a:cu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1CFEBE-D52D-4BC7-94A0-1C90C6CF55C6}">
      <dsp:nvSpPr>
        <dsp:cNvPr id="0" name=""/>
        <dsp:cNvSpPr/>
      </dsp:nvSpPr>
      <dsp:spPr>
        <a:xfrm>
          <a:off x="188261" y="1908765"/>
          <a:ext cx="2958390" cy="902309"/>
        </a:xfrm>
        <a:prstGeom prst="rect">
          <a:avLst/>
        </a:pr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Liste</a:t>
          </a:r>
        </a:p>
      </dsp:txBody>
      <dsp:txXfrm>
        <a:off x="188261" y="1908765"/>
        <a:ext cx="2958390" cy="902309"/>
      </dsp:txXfrm>
    </dsp:sp>
    <dsp:sp modelId="{D2F7A779-830A-49E8-82BE-39D65F560AC8}">
      <dsp:nvSpPr>
        <dsp:cNvPr id="0" name=""/>
        <dsp:cNvSpPr/>
      </dsp:nvSpPr>
      <dsp:spPr>
        <a:xfrm>
          <a:off x="3738330" y="603"/>
          <a:ext cx="2958390" cy="902309"/>
        </a:xfrm>
        <a:prstGeom prst="rect">
          <a:avLst/>
        </a:pr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Non-ordonnées</a:t>
          </a:r>
        </a:p>
      </dsp:txBody>
      <dsp:txXfrm>
        <a:off x="3738330" y="603"/>
        <a:ext cx="2958390" cy="902309"/>
      </dsp:txXfrm>
    </dsp:sp>
    <dsp:sp modelId="{F297294A-343C-463D-A788-AD64ABCDE073}">
      <dsp:nvSpPr>
        <dsp:cNvPr id="0" name=""/>
        <dsp:cNvSpPr/>
      </dsp:nvSpPr>
      <dsp:spPr>
        <a:xfrm>
          <a:off x="3738330" y="1272711"/>
          <a:ext cx="2958390" cy="902309"/>
        </a:xfrm>
        <a:prstGeom prst="rect">
          <a:avLst/>
        </a:pr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Ordonnées</a:t>
          </a:r>
        </a:p>
      </dsp:txBody>
      <dsp:txXfrm>
        <a:off x="3738330" y="1272711"/>
        <a:ext cx="2958390" cy="902309"/>
      </dsp:txXfrm>
    </dsp:sp>
    <dsp:sp modelId="{46FA059E-88B8-420B-B049-93A6B711FE05}">
      <dsp:nvSpPr>
        <dsp:cNvPr id="0" name=""/>
        <dsp:cNvSpPr/>
      </dsp:nvSpPr>
      <dsp:spPr>
        <a:xfrm>
          <a:off x="3738330" y="2544819"/>
          <a:ext cx="2958390" cy="902309"/>
        </a:xfrm>
        <a:prstGeom prst="rect">
          <a:avLst/>
        </a:pr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Définitions</a:t>
          </a:r>
        </a:p>
      </dsp:txBody>
      <dsp:txXfrm>
        <a:off x="3738330" y="2544819"/>
        <a:ext cx="2958390" cy="902309"/>
      </dsp:txXfrm>
    </dsp:sp>
    <dsp:sp modelId="{D967F957-2125-444C-8390-7140A214DA52}">
      <dsp:nvSpPr>
        <dsp:cNvPr id="0" name=""/>
        <dsp:cNvSpPr/>
      </dsp:nvSpPr>
      <dsp:spPr>
        <a:xfrm>
          <a:off x="3738330" y="3816927"/>
          <a:ext cx="2958390" cy="902309"/>
        </a:xfrm>
        <a:prstGeom prst="rect">
          <a:avLst/>
        </a:pr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Imbriquées</a:t>
          </a:r>
        </a:p>
      </dsp:txBody>
      <dsp:txXfrm>
        <a:off x="3738330" y="3816927"/>
        <a:ext cx="2958390" cy="9023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0B39C8-4E74-4404-BD6E-57642B2B0C5C}">
      <dsp:nvSpPr>
        <dsp:cNvPr id="0" name=""/>
        <dsp:cNvSpPr/>
      </dsp:nvSpPr>
      <dsp:spPr>
        <a:xfrm>
          <a:off x="2043798" y="602272"/>
          <a:ext cx="2092568" cy="1046284"/>
        </a:xfrm>
        <a:prstGeom prst="roundRect">
          <a:avLst>
            <a:gd name="adj" fmla="val 10000"/>
          </a:avLst>
        </a:prstGeom>
        <a:solidFill>
          <a:srgbClr val="EA6312">
            <a:alpha val="0"/>
          </a:srgbClr>
        </a:solidFill>
        <a:ln w="5715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300" b="1" kern="1200" dirty="0">
              <a:solidFill>
                <a:schemeClr val="tx1"/>
              </a:solidFill>
            </a:rPr>
            <a:t>Lien</a:t>
          </a:r>
        </a:p>
      </dsp:txBody>
      <dsp:txXfrm>
        <a:off x="2074443" y="632917"/>
        <a:ext cx="2031278" cy="984994"/>
      </dsp:txXfrm>
    </dsp:sp>
    <dsp:sp modelId="{58E60DD6-7723-4840-A91A-7485076969D3}">
      <dsp:nvSpPr>
        <dsp:cNvPr id="0" name=""/>
        <dsp:cNvSpPr/>
      </dsp:nvSpPr>
      <dsp:spPr>
        <a:xfrm rot="19457599">
          <a:off x="4039479" y="782772"/>
          <a:ext cx="1030802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030802" y="41835"/>
              </a:lnTo>
            </a:path>
          </a:pathLst>
        </a:cu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529110" y="798838"/>
        <a:ext cx="51540" cy="51540"/>
      </dsp:txXfrm>
    </dsp:sp>
    <dsp:sp modelId="{CC84169B-5BB4-4546-AA80-1509156C796F}">
      <dsp:nvSpPr>
        <dsp:cNvPr id="0" name=""/>
        <dsp:cNvSpPr/>
      </dsp:nvSpPr>
      <dsp:spPr>
        <a:xfrm>
          <a:off x="4973394" y="659"/>
          <a:ext cx="2092568" cy="1046284"/>
        </a:xfrm>
        <a:prstGeom prst="roundRect">
          <a:avLst>
            <a:gd name="adj" fmla="val 10000"/>
          </a:avLst>
        </a:prstGeom>
        <a:solidFill>
          <a:srgbClr val="EA6312">
            <a:alpha val="0"/>
          </a:srgbClr>
        </a:solidFill>
        <a:ln w="5715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300" b="1" kern="1200" dirty="0">
              <a:solidFill>
                <a:schemeClr val="tx1"/>
              </a:solidFill>
            </a:rPr>
            <a:t>Externe</a:t>
          </a:r>
        </a:p>
      </dsp:txBody>
      <dsp:txXfrm>
        <a:off x="5004039" y="31304"/>
        <a:ext cx="2031278" cy="984994"/>
      </dsp:txXfrm>
    </dsp:sp>
    <dsp:sp modelId="{A46D166D-AFF2-426E-A253-F82943BC7648}">
      <dsp:nvSpPr>
        <dsp:cNvPr id="0" name=""/>
        <dsp:cNvSpPr/>
      </dsp:nvSpPr>
      <dsp:spPr>
        <a:xfrm rot="2142401">
          <a:off x="4039479" y="1384385"/>
          <a:ext cx="1030802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030802" y="41835"/>
              </a:lnTo>
            </a:path>
          </a:pathLst>
        </a:custGeom>
        <a:noFill/>
        <a:ln w="3810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529110" y="1400451"/>
        <a:ext cx="51540" cy="51540"/>
      </dsp:txXfrm>
    </dsp:sp>
    <dsp:sp modelId="{947E8CDC-E15B-4C92-9393-6427C53CC699}">
      <dsp:nvSpPr>
        <dsp:cNvPr id="0" name=""/>
        <dsp:cNvSpPr/>
      </dsp:nvSpPr>
      <dsp:spPr>
        <a:xfrm>
          <a:off x="4973394" y="1203886"/>
          <a:ext cx="2092568" cy="1046284"/>
        </a:xfrm>
        <a:prstGeom prst="roundRect">
          <a:avLst>
            <a:gd name="adj" fmla="val 10000"/>
          </a:avLst>
        </a:prstGeom>
        <a:solidFill>
          <a:srgbClr val="EA6312">
            <a:alpha val="0"/>
          </a:srgbClr>
        </a:solidFill>
        <a:ln w="57150" cap="rnd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300" b="1" kern="1200" dirty="0">
              <a:solidFill>
                <a:schemeClr val="tx1"/>
              </a:solidFill>
            </a:rPr>
            <a:t>Interne</a:t>
          </a:r>
        </a:p>
      </dsp:txBody>
      <dsp:txXfrm>
        <a:off x="5004039" y="1234531"/>
        <a:ext cx="2031278" cy="9849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045383-FA9C-4C84-849D-7ED591B36B20}">
      <dsp:nvSpPr>
        <dsp:cNvPr id="0" name=""/>
        <dsp:cNvSpPr/>
      </dsp:nvSpPr>
      <dsp:spPr>
        <a:xfrm>
          <a:off x="5588476" y="887004"/>
          <a:ext cx="3576573" cy="8538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5235"/>
              </a:lnTo>
              <a:lnTo>
                <a:pt x="3576573" y="435235"/>
              </a:lnTo>
              <a:lnTo>
                <a:pt x="3576573" y="853850"/>
              </a:lnTo>
            </a:path>
          </a:pathLst>
        </a:custGeom>
        <a:noFill/>
        <a:ln w="3810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2E5395-65C5-45EF-8F09-8612C0415A72}">
      <dsp:nvSpPr>
        <dsp:cNvPr id="0" name=""/>
        <dsp:cNvSpPr/>
      </dsp:nvSpPr>
      <dsp:spPr>
        <a:xfrm>
          <a:off x="1831359" y="887004"/>
          <a:ext cx="3757116" cy="839454"/>
        </a:xfrm>
        <a:custGeom>
          <a:avLst/>
          <a:gdLst/>
          <a:ahLst/>
          <a:cxnLst/>
          <a:rect l="0" t="0" r="0" b="0"/>
          <a:pathLst>
            <a:path>
              <a:moveTo>
                <a:pt x="3757116" y="0"/>
              </a:moveTo>
              <a:lnTo>
                <a:pt x="3757116" y="420839"/>
              </a:lnTo>
              <a:lnTo>
                <a:pt x="0" y="420839"/>
              </a:lnTo>
              <a:lnTo>
                <a:pt x="0" y="839454"/>
              </a:lnTo>
            </a:path>
          </a:pathLst>
        </a:custGeom>
        <a:noFill/>
        <a:ln w="3810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A87AC4-C8A1-43DE-8720-A4F02C1893B3}">
      <dsp:nvSpPr>
        <dsp:cNvPr id="0" name=""/>
        <dsp:cNvSpPr/>
      </dsp:nvSpPr>
      <dsp:spPr>
        <a:xfrm>
          <a:off x="3595072" y="0"/>
          <a:ext cx="3986807" cy="887004"/>
        </a:xfrm>
        <a:prstGeom prst="rect">
          <a:avLst/>
        </a:prstGeom>
        <a:noFill/>
        <a:ln w="3810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800" kern="1200" dirty="0">
              <a:solidFill>
                <a:schemeClr val="tx1"/>
              </a:solidFill>
            </a:rPr>
            <a:t>ELEMENT</a:t>
          </a:r>
        </a:p>
      </dsp:txBody>
      <dsp:txXfrm>
        <a:off x="3595072" y="0"/>
        <a:ext cx="3986807" cy="887004"/>
      </dsp:txXfrm>
    </dsp:sp>
    <dsp:sp modelId="{B7F5D729-E938-4651-AB1B-224CF97A51D1}">
      <dsp:nvSpPr>
        <dsp:cNvPr id="0" name=""/>
        <dsp:cNvSpPr/>
      </dsp:nvSpPr>
      <dsp:spPr>
        <a:xfrm>
          <a:off x="0" y="1726459"/>
          <a:ext cx="3662719" cy="1218507"/>
        </a:xfrm>
        <a:prstGeom prst="rect">
          <a:avLst/>
        </a:prstGeom>
        <a:noFill/>
        <a:ln w="3810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800" kern="1200" dirty="0">
              <a:solidFill>
                <a:schemeClr val="tx1"/>
              </a:solidFill>
            </a:rPr>
            <a:t>BLOCK</a:t>
          </a:r>
        </a:p>
      </dsp:txBody>
      <dsp:txXfrm>
        <a:off x="0" y="1726459"/>
        <a:ext cx="3662719" cy="1218507"/>
      </dsp:txXfrm>
    </dsp:sp>
    <dsp:sp modelId="{7AAAEDD4-BF1D-4366-9FAB-F72786CB7BB2}">
      <dsp:nvSpPr>
        <dsp:cNvPr id="0" name=""/>
        <dsp:cNvSpPr/>
      </dsp:nvSpPr>
      <dsp:spPr>
        <a:xfrm>
          <a:off x="7183367" y="1740855"/>
          <a:ext cx="3963365" cy="1123641"/>
        </a:xfrm>
        <a:prstGeom prst="rect">
          <a:avLst/>
        </a:prstGeom>
        <a:noFill/>
        <a:ln w="3810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800" kern="1200" dirty="0">
              <a:solidFill>
                <a:schemeClr val="tx1"/>
              </a:solidFill>
            </a:rPr>
            <a:t>INLINE</a:t>
          </a:r>
        </a:p>
      </dsp:txBody>
      <dsp:txXfrm>
        <a:off x="7183367" y="1740855"/>
        <a:ext cx="3963365" cy="11236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0147AD-30B7-42A7-9C37-D3AA349C8650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67A70-227F-4905-B561-6DFF289059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1615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contourner ce problème, nous avons créé deux attributs HTML id et class qui vont nous aider à cibler du contenu HTML de manière plus précise.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C56977-1A09-4DFE-9A01-7183A91C115A}" type="slidenum">
              <a:rPr lang="fr-FR" smtClean="0">
                <a:solidFill>
                  <a:prstClr val="black"/>
                </a:solidFill>
              </a:rPr>
              <a:pPr/>
              <a:t>42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605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C56977-1A09-4DFE-9A01-7183A91C115A}" type="slidenum">
              <a:rPr lang="fr-FR" smtClean="0">
                <a:solidFill>
                  <a:prstClr val="black"/>
                </a:solidFill>
              </a:rPr>
              <a:pPr/>
              <a:t>43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89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8825658" cy="3329581"/>
          </a:xfrm>
        </p:spPr>
        <p:txBody>
          <a:bodyPr anchor="b"/>
          <a:lstStyle>
            <a:lvl1pPr>
              <a:defRPr sz="685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354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70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063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417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77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12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48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83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EE8C5-06DF-4AC7-AC73-9B1B16F6A092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179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E7AF-9224-4EFC-83A3-0C2F72C7FC6D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657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8" y="2861734"/>
            <a:ext cx="8825657" cy="1915647"/>
          </a:xfrm>
        </p:spPr>
        <p:txBody>
          <a:bodyPr anchor="b"/>
          <a:lstStyle>
            <a:lvl1pPr algn="l">
              <a:defRPr sz="381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1905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35437" indent="0">
              <a:buNone/>
              <a:defRPr sz="1714">
                <a:solidFill>
                  <a:schemeClr val="tx1">
                    <a:tint val="75000"/>
                  </a:schemeClr>
                </a:solidFill>
              </a:defRPr>
            </a:lvl2pPr>
            <a:lvl3pPr marL="870875" indent="0">
              <a:buNone/>
              <a:defRPr sz="1524">
                <a:solidFill>
                  <a:schemeClr val="tx1">
                    <a:tint val="75000"/>
                  </a:schemeClr>
                </a:solidFill>
              </a:defRPr>
            </a:lvl3pPr>
            <a:lvl4pPr marL="1306312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4pPr>
            <a:lvl5pPr marL="174174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5pPr>
            <a:lvl6pPr marL="2177186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6pPr>
            <a:lvl7pPr marL="261262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7pPr>
            <a:lvl8pPr marL="3048061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8pPr>
            <a:lvl9pPr marL="3483498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FA30D-36A6-4BB9-9CFE-065FFD154F08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880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3" y="2060576"/>
            <a:ext cx="4396339" cy="4195763"/>
          </a:xfrm>
        </p:spPr>
        <p:txBody>
          <a:bodyPr>
            <a:normAutofit/>
          </a:bodyPr>
          <a:lstStyle>
            <a:lvl1pPr>
              <a:defRPr sz="1714"/>
            </a:lvl1pPr>
            <a:lvl2pPr>
              <a:defRPr sz="1524"/>
            </a:lvl2pPr>
            <a:lvl3pPr>
              <a:defRPr sz="1333"/>
            </a:lvl3pPr>
            <a:lvl4pPr>
              <a:defRPr sz="1143"/>
            </a:lvl4pPr>
            <a:lvl5pPr>
              <a:defRPr sz="1143"/>
            </a:lvl5pPr>
            <a:lvl6pPr>
              <a:defRPr sz="1143"/>
            </a:lvl6pPr>
            <a:lvl7pPr>
              <a:defRPr sz="1143"/>
            </a:lvl7pPr>
            <a:lvl8pPr>
              <a:defRPr sz="1143"/>
            </a:lvl8pPr>
            <a:lvl9pPr>
              <a:defRPr sz="1143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4" y="2056093"/>
            <a:ext cx="4396341" cy="4200245"/>
          </a:xfrm>
        </p:spPr>
        <p:txBody>
          <a:bodyPr>
            <a:normAutofit/>
          </a:bodyPr>
          <a:lstStyle>
            <a:lvl1pPr>
              <a:defRPr sz="1714"/>
            </a:lvl1pPr>
            <a:lvl2pPr>
              <a:defRPr sz="1524"/>
            </a:lvl2pPr>
            <a:lvl3pPr>
              <a:defRPr sz="1333"/>
            </a:lvl3pPr>
            <a:lvl4pPr>
              <a:defRPr sz="1143"/>
            </a:lvl4pPr>
            <a:lvl5pPr>
              <a:defRPr sz="1143"/>
            </a:lvl5pPr>
            <a:lvl6pPr>
              <a:defRPr sz="1143"/>
            </a:lvl6pPr>
            <a:lvl7pPr>
              <a:defRPr sz="1143"/>
            </a:lvl7pPr>
            <a:lvl8pPr>
              <a:defRPr sz="1143"/>
            </a:lvl8pPr>
            <a:lvl9pPr>
              <a:defRPr sz="1143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6FBF-09D8-4116-AC99-60E99B79C4FA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228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28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35437" indent="0">
              <a:buNone/>
              <a:defRPr sz="1905" b="1"/>
            </a:lvl2pPr>
            <a:lvl3pPr marL="870875" indent="0">
              <a:buNone/>
              <a:defRPr sz="1714" b="1"/>
            </a:lvl3pPr>
            <a:lvl4pPr marL="1306312" indent="0">
              <a:buNone/>
              <a:defRPr sz="1524" b="1"/>
            </a:lvl4pPr>
            <a:lvl5pPr marL="1741749" indent="0">
              <a:buNone/>
              <a:defRPr sz="1524" b="1"/>
            </a:lvl5pPr>
            <a:lvl6pPr marL="2177186" indent="0">
              <a:buNone/>
              <a:defRPr sz="1524" b="1"/>
            </a:lvl6pPr>
            <a:lvl7pPr marL="2612624" indent="0">
              <a:buNone/>
              <a:defRPr sz="1524" b="1"/>
            </a:lvl7pPr>
            <a:lvl8pPr marL="3048061" indent="0">
              <a:buNone/>
              <a:defRPr sz="1524" b="1"/>
            </a:lvl8pPr>
            <a:lvl9pPr marL="3483498" indent="0">
              <a:buNone/>
              <a:defRPr sz="1524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3" y="2514601"/>
            <a:ext cx="4396339" cy="3741738"/>
          </a:xfrm>
        </p:spPr>
        <p:txBody>
          <a:bodyPr>
            <a:normAutofit/>
          </a:bodyPr>
          <a:lstStyle>
            <a:lvl1pPr>
              <a:defRPr sz="1714"/>
            </a:lvl1pPr>
            <a:lvl2pPr>
              <a:defRPr sz="1524"/>
            </a:lvl2pPr>
            <a:lvl3pPr>
              <a:defRPr sz="1333"/>
            </a:lvl3pPr>
            <a:lvl4pPr>
              <a:defRPr sz="1143"/>
            </a:lvl4pPr>
            <a:lvl5pPr>
              <a:defRPr sz="1143"/>
            </a:lvl5pPr>
            <a:lvl6pPr>
              <a:defRPr sz="1143"/>
            </a:lvl6pPr>
            <a:lvl7pPr>
              <a:defRPr sz="1143"/>
            </a:lvl7pPr>
            <a:lvl8pPr>
              <a:defRPr sz="1143"/>
            </a:lvl8pPr>
            <a:lvl9pPr>
              <a:defRPr sz="1143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28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35437" indent="0">
              <a:buNone/>
              <a:defRPr sz="1905" b="1"/>
            </a:lvl2pPr>
            <a:lvl3pPr marL="870875" indent="0">
              <a:buNone/>
              <a:defRPr sz="1714" b="1"/>
            </a:lvl3pPr>
            <a:lvl4pPr marL="1306312" indent="0">
              <a:buNone/>
              <a:defRPr sz="1524" b="1"/>
            </a:lvl4pPr>
            <a:lvl5pPr marL="1741749" indent="0">
              <a:buNone/>
              <a:defRPr sz="1524" b="1"/>
            </a:lvl5pPr>
            <a:lvl6pPr marL="2177186" indent="0">
              <a:buNone/>
              <a:defRPr sz="1524" b="1"/>
            </a:lvl6pPr>
            <a:lvl7pPr marL="2612624" indent="0">
              <a:buNone/>
              <a:defRPr sz="1524" b="1"/>
            </a:lvl7pPr>
            <a:lvl8pPr marL="3048061" indent="0">
              <a:buNone/>
              <a:defRPr sz="1524" b="1"/>
            </a:lvl8pPr>
            <a:lvl9pPr marL="3483498" indent="0">
              <a:buNone/>
              <a:defRPr sz="1524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1"/>
            <a:ext cx="4396339" cy="3741738"/>
          </a:xfrm>
        </p:spPr>
        <p:txBody>
          <a:bodyPr>
            <a:normAutofit/>
          </a:bodyPr>
          <a:lstStyle>
            <a:lvl1pPr>
              <a:defRPr sz="1714"/>
            </a:lvl1pPr>
            <a:lvl2pPr>
              <a:defRPr sz="1524"/>
            </a:lvl2pPr>
            <a:lvl3pPr>
              <a:defRPr sz="1333"/>
            </a:lvl3pPr>
            <a:lvl4pPr>
              <a:defRPr sz="1143"/>
            </a:lvl4pPr>
            <a:lvl5pPr>
              <a:defRPr sz="1143"/>
            </a:lvl5pPr>
            <a:lvl6pPr>
              <a:defRPr sz="1143"/>
            </a:lvl6pPr>
            <a:lvl7pPr>
              <a:defRPr sz="1143"/>
            </a:lvl7pPr>
            <a:lvl8pPr>
              <a:defRPr sz="1143"/>
            </a:lvl8pPr>
            <a:lvl9pPr>
              <a:defRPr sz="1143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1F60B-27C6-446A-A118-B2E73249B6F1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51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BBBE-E37E-4C82-8D04-9BCA6DD93C61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156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655C-9D8A-4562-924A-345A2B9730AE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57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286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8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1905"/>
            </a:lvl1pPr>
            <a:lvl2pPr>
              <a:defRPr sz="1714"/>
            </a:lvl2pPr>
            <a:lvl3pPr>
              <a:defRPr sz="1524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1"/>
            <a:ext cx="3401063" cy="2895599"/>
          </a:xfrm>
        </p:spPr>
        <p:txBody>
          <a:bodyPr/>
          <a:lstStyle>
            <a:lvl1pPr marL="0" indent="0">
              <a:buNone/>
              <a:defRPr sz="1333"/>
            </a:lvl1pPr>
            <a:lvl2pPr marL="435437" indent="0">
              <a:buNone/>
              <a:defRPr sz="1143"/>
            </a:lvl2pPr>
            <a:lvl3pPr marL="870875" indent="0">
              <a:buNone/>
              <a:defRPr sz="952"/>
            </a:lvl3pPr>
            <a:lvl4pPr marL="1306312" indent="0">
              <a:buNone/>
              <a:defRPr sz="857"/>
            </a:lvl4pPr>
            <a:lvl5pPr marL="1741749" indent="0">
              <a:buNone/>
              <a:defRPr sz="857"/>
            </a:lvl5pPr>
            <a:lvl6pPr marL="2177186" indent="0">
              <a:buNone/>
              <a:defRPr sz="857"/>
            </a:lvl6pPr>
            <a:lvl7pPr marL="2612624" indent="0">
              <a:buNone/>
              <a:defRPr sz="857"/>
            </a:lvl7pPr>
            <a:lvl8pPr marL="3048061" indent="0">
              <a:buNone/>
              <a:defRPr sz="857"/>
            </a:lvl8pPr>
            <a:lvl9pPr marL="3483498" indent="0">
              <a:buNone/>
              <a:defRPr sz="857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684C2-4511-4CC0-B336-7D7DB31E5170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222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429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24"/>
            </a:lvl1pPr>
            <a:lvl2pPr marL="435437" indent="0">
              <a:buNone/>
              <a:defRPr sz="1524"/>
            </a:lvl2pPr>
            <a:lvl3pPr marL="870875" indent="0">
              <a:buNone/>
              <a:defRPr sz="1524"/>
            </a:lvl3pPr>
            <a:lvl4pPr marL="1306312" indent="0">
              <a:buNone/>
              <a:defRPr sz="1524"/>
            </a:lvl4pPr>
            <a:lvl5pPr marL="1741749" indent="0">
              <a:buNone/>
              <a:defRPr sz="1524"/>
            </a:lvl5pPr>
            <a:lvl6pPr marL="2177186" indent="0">
              <a:buNone/>
              <a:defRPr sz="1524"/>
            </a:lvl6pPr>
            <a:lvl7pPr marL="2612624" indent="0">
              <a:buNone/>
              <a:defRPr sz="1524"/>
            </a:lvl7pPr>
            <a:lvl8pPr marL="3048061" indent="0">
              <a:buNone/>
              <a:defRPr sz="1524"/>
            </a:lvl8pPr>
            <a:lvl9pPr marL="3483498" indent="0">
              <a:buNone/>
              <a:defRPr sz="152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  <a:lvl2pPr marL="435437" indent="0">
              <a:buNone/>
              <a:defRPr sz="1143"/>
            </a:lvl2pPr>
            <a:lvl3pPr marL="870875" indent="0">
              <a:buNone/>
              <a:defRPr sz="952"/>
            </a:lvl3pPr>
            <a:lvl4pPr marL="1306312" indent="0">
              <a:buNone/>
              <a:defRPr sz="857"/>
            </a:lvl4pPr>
            <a:lvl5pPr marL="1741749" indent="0">
              <a:buNone/>
              <a:defRPr sz="857"/>
            </a:lvl5pPr>
            <a:lvl6pPr marL="2177186" indent="0">
              <a:buNone/>
              <a:defRPr sz="857"/>
            </a:lvl6pPr>
            <a:lvl7pPr marL="2612624" indent="0">
              <a:buNone/>
              <a:defRPr sz="857"/>
            </a:lvl7pPr>
            <a:lvl8pPr marL="3048061" indent="0">
              <a:buNone/>
              <a:defRPr sz="857"/>
            </a:lvl8pPr>
            <a:lvl9pPr marL="3483498" indent="0">
              <a:buNone/>
              <a:defRPr sz="857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8B072-3F2E-473B-A57C-80263BCCC446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68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8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286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24"/>
            </a:lvl1pPr>
            <a:lvl2pPr marL="435437" indent="0">
              <a:buNone/>
              <a:defRPr sz="1524"/>
            </a:lvl2pPr>
            <a:lvl3pPr marL="870875" indent="0">
              <a:buNone/>
              <a:defRPr sz="1524"/>
            </a:lvl3pPr>
            <a:lvl4pPr marL="1306312" indent="0">
              <a:buNone/>
              <a:defRPr sz="1524"/>
            </a:lvl4pPr>
            <a:lvl5pPr marL="1741749" indent="0">
              <a:buNone/>
              <a:defRPr sz="1524"/>
            </a:lvl5pPr>
            <a:lvl6pPr marL="2177186" indent="0">
              <a:buNone/>
              <a:defRPr sz="1524"/>
            </a:lvl6pPr>
            <a:lvl7pPr marL="2612624" indent="0">
              <a:buNone/>
              <a:defRPr sz="1524"/>
            </a:lvl7pPr>
            <a:lvl8pPr marL="3048061" indent="0">
              <a:buNone/>
              <a:defRPr sz="1524"/>
            </a:lvl8pPr>
            <a:lvl9pPr marL="3483498" indent="0">
              <a:buNone/>
              <a:defRPr sz="152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143"/>
            </a:lvl1pPr>
            <a:lvl2pPr marL="435437" indent="0">
              <a:buNone/>
              <a:defRPr sz="1143"/>
            </a:lvl2pPr>
            <a:lvl3pPr marL="870875" indent="0">
              <a:buNone/>
              <a:defRPr sz="952"/>
            </a:lvl3pPr>
            <a:lvl4pPr marL="1306312" indent="0">
              <a:buNone/>
              <a:defRPr sz="857"/>
            </a:lvl4pPr>
            <a:lvl5pPr marL="1741749" indent="0">
              <a:buNone/>
              <a:defRPr sz="857"/>
            </a:lvl5pPr>
            <a:lvl6pPr marL="2177186" indent="0">
              <a:buNone/>
              <a:defRPr sz="857"/>
            </a:lvl6pPr>
            <a:lvl7pPr marL="2612624" indent="0">
              <a:buNone/>
              <a:defRPr sz="857"/>
            </a:lvl7pPr>
            <a:lvl8pPr marL="3048061" indent="0">
              <a:buNone/>
              <a:defRPr sz="857"/>
            </a:lvl8pPr>
            <a:lvl9pPr marL="3483498" indent="0">
              <a:buNone/>
              <a:defRPr sz="857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10D00-DB4D-4AFE-A870-AD78D9E8E976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414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1447800"/>
            <a:ext cx="8825659" cy="1981200"/>
          </a:xfrm>
        </p:spPr>
        <p:txBody>
          <a:bodyPr/>
          <a:lstStyle>
            <a:lvl1pPr>
              <a:defRPr sz="457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14"/>
            </a:lvl1pPr>
            <a:lvl2pPr marL="435437" indent="0">
              <a:buNone/>
              <a:defRPr sz="1143"/>
            </a:lvl2pPr>
            <a:lvl3pPr marL="870875" indent="0">
              <a:buNone/>
              <a:defRPr sz="952"/>
            </a:lvl3pPr>
            <a:lvl4pPr marL="1306312" indent="0">
              <a:buNone/>
              <a:defRPr sz="857"/>
            </a:lvl4pPr>
            <a:lvl5pPr marL="1741749" indent="0">
              <a:buNone/>
              <a:defRPr sz="857"/>
            </a:lvl5pPr>
            <a:lvl6pPr marL="2177186" indent="0">
              <a:buNone/>
              <a:defRPr sz="857"/>
            </a:lvl6pPr>
            <a:lvl7pPr marL="2612624" indent="0">
              <a:buNone/>
              <a:defRPr sz="857"/>
            </a:lvl7pPr>
            <a:lvl8pPr marL="3048061" indent="0">
              <a:buNone/>
              <a:defRPr sz="857"/>
            </a:lvl8pPr>
            <a:lvl9pPr marL="3483498" indent="0">
              <a:buNone/>
              <a:defRPr sz="857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2984-B9CF-45B5-8D28-820EFF090200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61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3" y="1447801"/>
            <a:ext cx="7999315" cy="2323374"/>
          </a:xfrm>
        </p:spPr>
        <p:txBody>
          <a:bodyPr/>
          <a:lstStyle>
            <a:lvl1pPr>
              <a:defRPr sz="457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2" y="3771175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333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35437" indent="0">
              <a:buNone/>
              <a:defRPr sz="1143"/>
            </a:lvl2pPr>
            <a:lvl3pPr marL="870875" indent="0">
              <a:buNone/>
              <a:defRPr sz="952"/>
            </a:lvl3pPr>
            <a:lvl4pPr marL="1306312" indent="0">
              <a:buNone/>
              <a:defRPr sz="857"/>
            </a:lvl4pPr>
            <a:lvl5pPr marL="1741749" indent="0">
              <a:buNone/>
              <a:defRPr sz="857"/>
            </a:lvl5pPr>
            <a:lvl6pPr marL="2177186" indent="0">
              <a:buNone/>
              <a:defRPr sz="857"/>
            </a:lvl6pPr>
            <a:lvl7pPr marL="2612624" indent="0">
              <a:buNone/>
              <a:defRPr sz="857"/>
            </a:lvl7pPr>
            <a:lvl8pPr marL="3048061" indent="0">
              <a:buNone/>
              <a:defRPr sz="857"/>
            </a:lvl8pPr>
            <a:lvl9pPr marL="3483498" indent="0">
              <a:buNone/>
              <a:defRPr sz="857"/>
            </a:lvl9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14"/>
            </a:lvl1pPr>
            <a:lvl2pPr marL="435437" indent="0">
              <a:buNone/>
              <a:defRPr sz="1143"/>
            </a:lvl2pPr>
            <a:lvl3pPr marL="870875" indent="0">
              <a:buNone/>
              <a:defRPr sz="952"/>
            </a:lvl3pPr>
            <a:lvl4pPr marL="1306312" indent="0">
              <a:buNone/>
              <a:defRPr sz="857"/>
            </a:lvl4pPr>
            <a:lvl5pPr marL="1741749" indent="0">
              <a:buNone/>
              <a:defRPr sz="857"/>
            </a:lvl5pPr>
            <a:lvl6pPr marL="2177186" indent="0">
              <a:buNone/>
              <a:defRPr sz="857"/>
            </a:lvl6pPr>
            <a:lvl7pPr marL="2612624" indent="0">
              <a:buNone/>
              <a:defRPr sz="857"/>
            </a:lvl7pPr>
            <a:lvl8pPr marL="3048061" indent="0">
              <a:buNone/>
              <a:defRPr sz="857"/>
            </a:lvl8pPr>
            <a:lvl9pPr marL="3483498" indent="0">
              <a:buNone/>
              <a:defRPr sz="857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883F7-0635-4F69-9D45-AC8C031B3EFB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88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 sz="11619" dirty="0">
                <a:solidFill>
                  <a:srgbClr val="1E5155">
                    <a:lumMod val="40000"/>
                    <a:lumOff val="60000"/>
                  </a:srgb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88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 sz="11619" dirty="0">
                <a:solidFill>
                  <a:srgbClr val="1E5155">
                    <a:lumMod val="40000"/>
                    <a:lumOff val="60000"/>
                  </a:srgbClr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8717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381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6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1905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35437" indent="0">
              <a:buNone/>
              <a:defRPr sz="1714">
                <a:solidFill>
                  <a:schemeClr val="tx1">
                    <a:tint val="75000"/>
                  </a:schemeClr>
                </a:solidFill>
              </a:defRPr>
            </a:lvl2pPr>
            <a:lvl3pPr marL="870875" indent="0">
              <a:buNone/>
              <a:defRPr sz="1524">
                <a:solidFill>
                  <a:schemeClr val="tx1">
                    <a:tint val="75000"/>
                  </a:schemeClr>
                </a:solidFill>
              </a:defRPr>
            </a:lvl3pPr>
            <a:lvl4pPr marL="1306312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4pPr>
            <a:lvl5pPr marL="174174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5pPr>
            <a:lvl6pPr marL="2177186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6pPr>
            <a:lvl7pPr marL="261262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7pPr>
            <a:lvl8pPr marL="3048061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8pPr>
            <a:lvl9pPr marL="3483498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7ABDB-C523-4F1C-9C7D-5B41EB33D743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548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28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35437" indent="0">
              <a:buNone/>
              <a:defRPr sz="1905" b="1"/>
            </a:lvl2pPr>
            <a:lvl3pPr marL="870875" indent="0">
              <a:buNone/>
              <a:defRPr sz="1714" b="1"/>
            </a:lvl3pPr>
            <a:lvl4pPr marL="1306312" indent="0">
              <a:buNone/>
              <a:defRPr sz="1524" b="1"/>
            </a:lvl4pPr>
            <a:lvl5pPr marL="1741749" indent="0">
              <a:buNone/>
              <a:defRPr sz="1524" b="1"/>
            </a:lvl5pPr>
            <a:lvl6pPr marL="2177186" indent="0">
              <a:buNone/>
              <a:defRPr sz="1524" b="1"/>
            </a:lvl6pPr>
            <a:lvl7pPr marL="2612624" indent="0">
              <a:buNone/>
              <a:defRPr sz="1524" b="1"/>
            </a:lvl7pPr>
            <a:lvl8pPr marL="3048061" indent="0">
              <a:buNone/>
              <a:defRPr sz="1524" b="1"/>
            </a:lvl8pPr>
            <a:lvl9pPr marL="3483498" indent="0">
              <a:buNone/>
              <a:defRPr sz="1524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1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333"/>
            </a:lvl1pPr>
            <a:lvl2pPr marL="435437" indent="0">
              <a:buNone/>
              <a:defRPr sz="1143"/>
            </a:lvl2pPr>
            <a:lvl3pPr marL="870875" indent="0">
              <a:buNone/>
              <a:defRPr sz="952"/>
            </a:lvl3pPr>
            <a:lvl4pPr marL="1306312" indent="0">
              <a:buNone/>
              <a:defRPr sz="857"/>
            </a:lvl4pPr>
            <a:lvl5pPr marL="1741749" indent="0">
              <a:buNone/>
              <a:defRPr sz="857"/>
            </a:lvl5pPr>
            <a:lvl6pPr marL="2177186" indent="0">
              <a:buNone/>
              <a:defRPr sz="857"/>
            </a:lvl6pPr>
            <a:lvl7pPr marL="2612624" indent="0">
              <a:buNone/>
              <a:defRPr sz="857"/>
            </a:lvl7pPr>
            <a:lvl8pPr marL="3048061" indent="0">
              <a:buNone/>
              <a:defRPr sz="857"/>
            </a:lvl8pPr>
            <a:lvl9pPr marL="3483498" indent="0">
              <a:buNone/>
              <a:defRPr sz="857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61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28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35437" indent="0">
              <a:buNone/>
              <a:defRPr sz="1905" b="1"/>
            </a:lvl2pPr>
            <a:lvl3pPr marL="870875" indent="0">
              <a:buNone/>
              <a:defRPr sz="1714" b="1"/>
            </a:lvl3pPr>
            <a:lvl4pPr marL="1306312" indent="0">
              <a:buNone/>
              <a:defRPr sz="1524" b="1"/>
            </a:lvl4pPr>
            <a:lvl5pPr marL="1741749" indent="0">
              <a:buNone/>
              <a:defRPr sz="1524" b="1"/>
            </a:lvl5pPr>
            <a:lvl6pPr marL="2177186" indent="0">
              <a:buNone/>
              <a:defRPr sz="1524" b="1"/>
            </a:lvl6pPr>
            <a:lvl7pPr marL="2612624" indent="0">
              <a:buNone/>
              <a:defRPr sz="1524" b="1"/>
            </a:lvl7pPr>
            <a:lvl8pPr marL="3048061" indent="0">
              <a:buNone/>
              <a:defRPr sz="1524" b="1"/>
            </a:lvl8pPr>
            <a:lvl9pPr marL="3483498" indent="0">
              <a:buNone/>
              <a:defRPr sz="1524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1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333"/>
            </a:lvl1pPr>
            <a:lvl2pPr marL="435437" indent="0">
              <a:buNone/>
              <a:defRPr sz="1143"/>
            </a:lvl2pPr>
            <a:lvl3pPr marL="870875" indent="0">
              <a:buNone/>
              <a:defRPr sz="952"/>
            </a:lvl3pPr>
            <a:lvl4pPr marL="1306312" indent="0">
              <a:buNone/>
              <a:defRPr sz="857"/>
            </a:lvl4pPr>
            <a:lvl5pPr marL="1741749" indent="0">
              <a:buNone/>
              <a:defRPr sz="857"/>
            </a:lvl5pPr>
            <a:lvl6pPr marL="2177186" indent="0">
              <a:buNone/>
              <a:defRPr sz="857"/>
            </a:lvl6pPr>
            <a:lvl7pPr marL="2612624" indent="0">
              <a:buNone/>
              <a:defRPr sz="857"/>
            </a:lvl7pPr>
            <a:lvl8pPr marL="3048061" indent="0">
              <a:buNone/>
              <a:defRPr sz="857"/>
            </a:lvl8pPr>
            <a:lvl9pPr marL="3483498" indent="0">
              <a:buNone/>
              <a:defRPr sz="857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2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28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35437" indent="0">
              <a:buNone/>
              <a:defRPr sz="1905" b="1"/>
            </a:lvl2pPr>
            <a:lvl3pPr marL="870875" indent="0">
              <a:buNone/>
              <a:defRPr sz="1714" b="1"/>
            </a:lvl3pPr>
            <a:lvl4pPr marL="1306312" indent="0">
              <a:buNone/>
              <a:defRPr sz="1524" b="1"/>
            </a:lvl4pPr>
            <a:lvl5pPr marL="1741749" indent="0">
              <a:buNone/>
              <a:defRPr sz="1524" b="1"/>
            </a:lvl5pPr>
            <a:lvl6pPr marL="2177186" indent="0">
              <a:buNone/>
              <a:defRPr sz="1524" b="1"/>
            </a:lvl6pPr>
            <a:lvl7pPr marL="2612624" indent="0">
              <a:buNone/>
              <a:defRPr sz="1524" b="1"/>
            </a:lvl7pPr>
            <a:lvl8pPr marL="3048061" indent="0">
              <a:buNone/>
              <a:defRPr sz="1524" b="1"/>
            </a:lvl8pPr>
            <a:lvl9pPr marL="3483498" indent="0">
              <a:buNone/>
              <a:defRPr sz="1524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2" y="2667001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333"/>
            </a:lvl1pPr>
            <a:lvl2pPr marL="435437" indent="0">
              <a:buNone/>
              <a:defRPr sz="1143"/>
            </a:lvl2pPr>
            <a:lvl3pPr marL="870875" indent="0">
              <a:buNone/>
              <a:defRPr sz="952"/>
            </a:lvl3pPr>
            <a:lvl4pPr marL="1306312" indent="0">
              <a:buNone/>
              <a:defRPr sz="857"/>
            </a:lvl4pPr>
            <a:lvl5pPr marL="1741749" indent="0">
              <a:buNone/>
              <a:defRPr sz="857"/>
            </a:lvl5pPr>
            <a:lvl6pPr marL="2177186" indent="0">
              <a:buNone/>
              <a:defRPr sz="857"/>
            </a:lvl6pPr>
            <a:lvl7pPr marL="2612624" indent="0">
              <a:buNone/>
              <a:defRPr sz="857"/>
            </a:lvl7pPr>
            <a:lvl8pPr marL="3048061" indent="0">
              <a:buNone/>
              <a:defRPr sz="857"/>
            </a:lvl8pPr>
            <a:lvl9pPr marL="3483498" indent="0">
              <a:buNone/>
              <a:defRPr sz="857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B5C15-E416-4E4F-BA7F-AA054D686799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977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50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28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35437" indent="0">
              <a:buNone/>
              <a:defRPr sz="1905" b="1"/>
            </a:lvl2pPr>
            <a:lvl3pPr marL="870875" indent="0">
              <a:buNone/>
              <a:defRPr sz="1714" b="1"/>
            </a:lvl3pPr>
            <a:lvl4pPr marL="1306312" indent="0">
              <a:buNone/>
              <a:defRPr sz="1524" b="1"/>
            </a:lvl4pPr>
            <a:lvl5pPr marL="1741749" indent="0">
              <a:buNone/>
              <a:defRPr sz="1524" b="1"/>
            </a:lvl5pPr>
            <a:lvl6pPr marL="2177186" indent="0">
              <a:buNone/>
              <a:defRPr sz="1524" b="1"/>
            </a:lvl6pPr>
            <a:lvl7pPr marL="2612624" indent="0">
              <a:buNone/>
              <a:defRPr sz="1524" b="1"/>
            </a:lvl7pPr>
            <a:lvl8pPr marL="3048061" indent="0">
              <a:buNone/>
              <a:defRPr sz="1524" b="1"/>
            </a:lvl8pPr>
            <a:lvl9pPr marL="3483498" indent="0">
              <a:buNone/>
              <a:defRPr sz="1524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24"/>
            </a:lvl1pPr>
            <a:lvl2pPr marL="435437" indent="0">
              <a:buNone/>
              <a:defRPr sz="1524"/>
            </a:lvl2pPr>
            <a:lvl3pPr marL="870875" indent="0">
              <a:buNone/>
              <a:defRPr sz="1524"/>
            </a:lvl3pPr>
            <a:lvl4pPr marL="1306312" indent="0">
              <a:buNone/>
              <a:defRPr sz="1524"/>
            </a:lvl4pPr>
            <a:lvl5pPr marL="1741749" indent="0">
              <a:buNone/>
              <a:defRPr sz="1524"/>
            </a:lvl5pPr>
            <a:lvl6pPr marL="2177186" indent="0">
              <a:buNone/>
              <a:defRPr sz="1524"/>
            </a:lvl6pPr>
            <a:lvl7pPr marL="2612624" indent="0">
              <a:buNone/>
              <a:defRPr sz="1524"/>
            </a:lvl7pPr>
            <a:lvl8pPr marL="3048061" indent="0">
              <a:buNone/>
              <a:defRPr sz="1524"/>
            </a:lvl8pPr>
            <a:lvl9pPr marL="3483498" indent="0">
              <a:buNone/>
              <a:defRPr sz="152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333"/>
            </a:lvl1pPr>
            <a:lvl2pPr marL="435437" indent="0">
              <a:buNone/>
              <a:defRPr sz="1143"/>
            </a:lvl2pPr>
            <a:lvl3pPr marL="870875" indent="0">
              <a:buNone/>
              <a:defRPr sz="952"/>
            </a:lvl3pPr>
            <a:lvl4pPr marL="1306312" indent="0">
              <a:buNone/>
              <a:defRPr sz="857"/>
            </a:lvl4pPr>
            <a:lvl5pPr marL="1741749" indent="0">
              <a:buNone/>
              <a:defRPr sz="857"/>
            </a:lvl5pPr>
            <a:lvl6pPr marL="2177186" indent="0">
              <a:buNone/>
              <a:defRPr sz="857"/>
            </a:lvl6pPr>
            <a:lvl7pPr marL="2612624" indent="0">
              <a:buNone/>
              <a:defRPr sz="857"/>
            </a:lvl7pPr>
            <a:lvl8pPr marL="3048061" indent="0">
              <a:buNone/>
              <a:defRPr sz="857"/>
            </a:lvl8pPr>
            <a:lvl9pPr marL="3483498" indent="0">
              <a:buNone/>
              <a:defRPr sz="857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7" y="4250950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28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35437" indent="0">
              <a:buNone/>
              <a:defRPr sz="1905" b="1"/>
            </a:lvl2pPr>
            <a:lvl3pPr marL="870875" indent="0">
              <a:buNone/>
              <a:defRPr sz="1714" b="1"/>
            </a:lvl3pPr>
            <a:lvl4pPr marL="1306312" indent="0">
              <a:buNone/>
              <a:defRPr sz="1524" b="1"/>
            </a:lvl4pPr>
            <a:lvl5pPr marL="1741749" indent="0">
              <a:buNone/>
              <a:defRPr sz="1524" b="1"/>
            </a:lvl5pPr>
            <a:lvl6pPr marL="2177186" indent="0">
              <a:buNone/>
              <a:defRPr sz="1524" b="1"/>
            </a:lvl6pPr>
            <a:lvl7pPr marL="2612624" indent="0">
              <a:buNone/>
              <a:defRPr sz="1524" b="1"/>
            </a:lvl7pPr>
            <a:lvl8pPr marL="3048061" indent="0">
              <a:buNone/>
              <a:defRPr sz="1524" b="1"/>
            </a:lvl8pPr>
            <a:lvl9pPr marL="3483498" indent="0">
              <a:buNone/>
              <a:defRPr sz="1524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6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24"/>
            </a:lvl1pPr>
            <a:lvl2pPr marL="435437" indent="0">
              <a:buNone/>
              <a:defRPr sz="1524"/>
            </a:lvl2pPr>
            <a:lvl3pPr marL="870875" indent="0">
              <a:buNone/>
              <a:defRPr sz="1524"/>
            </a:lvl3pPr>
            <a:lvl4pPr marL="1306312" indent="0">
              <a:buNone/>
              <a:defRPr sz="1524"/>
            </a:lvl4pPr>
            <a:lvl5pPr marL="1741749" indent="0">
              <a:buNone/>
              <a:defRPr sz="1524"/>
            </a:lvl5pPr>
            <a:lvl6pPr marL="2177186" indent="0">
              <a:buNone/>
              <a:defRPr sz="1524"/>
            </a:lvl6pPr>
            <a:lvl7pPr marL="2612624" indent="0">
              <a:buNone/>
              <a:defRPr sz="1524"/>
            </a:lvl7pPr>
            <a:lvl8pPr marL="3048061" indent="0">
              <a:buNone/>
              <a:defRPr sz="1524"/>
            </a:lvl8pPr>
            <a:lvl9pPr marL="3483498" indent="0">
              <a:buNone/>
              <a:defRPr sz="152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333"/>
            </a:lvl1pPr>
            <a:lvl2pPr marL="435437" indent="0">
              <a:buNone/>
              <a:defRPr sz="1143"/>
            </a:lvl2pPr>
            <a:lvl3pPr marL="870875" indent="0">
              <a:buNone/>
              <a:defRPr sz="952"/>
            </a:lvl3pPr>
            <a:lvl4pPr marL="1306312" indent="0">
              <a:buNone/>
              <a:defRPr sz="857"/>
            </a:lvl4pPr>
            <a:lvl5pPr marL="1741749" indent="0">
              <a:buNone/>
              <a:defRPr sz="857"/>
            </a:lvl5pPr>
            <a:lvl6pPr marL="2177186" indent="0">
              <a:buNone/>
              <a:defRPr sz="857"/>
            </a:lvl6pPr>
            <a:lvl7pPr marL="2612624" indent="0">
              <a:buNone/>
              <a:defRPr sz="857"/>
            </a:lvl7pPr>
            <a:lvl8pPr marL="3048061" indent="0">
              <a:buNone/>
              <a:defRPr sz="857"/>
            </a:lvl8pPr>
            <a:lvl9pPr marL="3483498" indent="0">
              <a:buNone/>
              <a:defRPr sz="857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2" y="425095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28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35437" indent="0">
              <a:buNone/>
              <a:defRPr sz="1905" b="1"/>
            </a:lvl2pPr>
            <a:lvl3pPr marL="870875" indent="0">
              <a:buNone/>
              <a:defRPr sz="1714" b="1"/>
            </a:lvl3pPr>
            <a:lvl4pPr marL="1306312" indent="0">
              <a:buNone/>
              <a:defRPr sz="1524" b="1"/>
            </a:lvl4pPr>
            <a:lvl5pPr marL="1741749" indent="0">
              <a:buNone/>
              <a:defRPr sz="1524" b="1"/>
            </a:lvl5pPr>
            <a:lvl6pPr marL="2177186" indent="0">
              <a:buNone/>
              <a:defRPr sz="1524" b="1"/>
            </a:lvl6pPr>
            <a:lvl7pPr marL="2612624" indent="0">
              <a:buNone/>
              <a:defRPr sz="1524" b="1"/>
            </a:lvl7pPr>
            <a:lvl8pPr marL="3048061" indent="0">
              <a:buNone/>
              <a:defRPr sz="1524" b="1"/>
            </a:lvl8pPr>
            <a:lvl9pPr marL="3483498" indent="0">
              <a:buNone/>
              <a:defRPr sz="1524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701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24"/>
            </a:lvl1pPr>
            <a:lvl2pPr marL="435437" indent="0">
              <a:buNone/>
              <a:defRPr sz="1524"/>
            </a:lvl2pPr>
            <a:lvl3pPr marL="870875" indent="0">
              <a:buNone/>
              <a:defRPr sz="1524"/>
            </a:lvl3pPr>
            <a:lvl4pPr marL="1306312" indent="0">
              <a:buNone/>
              <a:defRPr sz="1524"/>
            </a:lvl4pPr>
            <a:lvl5pPr marL="1741749" indent="0">
              <a:buNone/>
              <a:defRPr sz="1524"/>
            </a:lvl5pPr>
            <a:lvl6pPr marL="2177186" indent="0">
              <a:buNone/>
              <a:defRPr sz="1524"/>
            </a:lvl6pPr>
            <a:lvl7pPr marL="2612624" indent="0">
              <a:buNone/>
              <a:defRPr sz="1524"/>
            </a:lvl7pPr>
            <a:lvl8pPr marL="3048061" indent="0">
              <a:buNone/>
              <a:defRPr sz="1524"/>
            </a:lvl8pPr>
            <a:lvl9pPr marL="3483498" indent="0">
              <a:buNone/>
              <a:defRPr sz="152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7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333"/>
            </a:lvl1pPr>
            <a:lvl2pPr marL="435437" indent="0">
              <a:buNone/>
              <a:defRPr sz="1143"/>
            </a:lvl2pPr>
            <a:lvl3pPr marL="870875" indent="0">
              <a:buNone/>
              <a:defRPr sz="952"/>
            </a:lvl3pPr>
            <a:lvl4pPr marL="1306312" indent="0">
              <a:buNone/>
              <a:defRPr sz="857"/>
            </a:lvl4pPr>
            <a:lvl5pPr marL="1741749" indent="0">
              <a:buNone/>
              <a:defRPr sz="857"/>
            </a:lvl5pPr>
            <a:lvl6pPr marL="2177186" indent="0">
              <a:buNone/>
              <a:defRPr sz="857"/>
            </a:lvl6pPr>
            <a:lvl7pPr marL="2612624" indent="0">
              <a:buNone/>
              <a:defRPr sz="857"/>
            </a:lvl7pPr>
            <a:lvl8pPr marL="3048061" indent="0">
              <a:buNone/>
              <a:defRPr sz="857"/>
            </a:lvl8pPr>
            <a:lvl9pPr marL="3483498" indent="0">
              <a:buNone/>
              <a:defRPr sz="857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0C94-57AE-441B-8CFB-822180DC5EFC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129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118CA-A5B3-4C91-B9DA-4BAB50A2F1EC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569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4" y="430214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5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D9F11-9917-46C5-B4B6-8073508C21C0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042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4" y="1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3" y="452719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4" y="2052919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41" y="1790702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48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97FCE07-EE5F-4945-A6E4-F07141BE7EB7}" type="datetime1">
              <a:rPr lang="fr-FR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28/11/2025</a:t>
            </a:fld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5" y="322529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48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2" y="295730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667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015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35437" rtl="0" eaLnBrk="1" latinLnBrk="0" hangingPunct="1">
        <a:spcBef>
          <a:spcPct val="0"/>
        </a:spcBef>
        <a:buNone/>
        <a:defRPr sz="40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26578" indent="-326578" algn="l" defTabSz="435437" rtl="0" eaLnBrk="1" latinLnBrk="0" hangingPunct="1">
        <a:spcBef>
          <a:spcPts val="95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05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07586" indent="-272148" algn="l" defTabSz="435437" rtl="0" eaLnBrk="1" latinLnBrk="0" hangingPunct="1">
        <a:spcBef>
          <a:spcPts val="95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14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088593" indent="-217719" algn="l" defTabSz="435437" rtl="0" eaLnBrk="1" latinLnBrk="0" hangingPunct="1">
        <a:spcBef>
          <a:spcPts val="95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24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24030" indent="-217719" algn="l" defTabSz="435437" rtl="0" eaLnBrk="1" latinLnBrk="0" hangingPunct="1">
        <a:spcBef>
          <a:spcPts val="95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33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959468" indent="-217719" algn="l" defTabSz="435437" rtl="0" eaLnBrk="1" latinLnBrk="0" hangingPunct="1">
        <a:spcBef>
          <a:spcPts val="95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33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386714" indent="-217719" algn="l" defTabSz="435437" rtl="0" eaLnBrk="1" latinLnBrk="0" hangingPunct="1">
        <a:spcBef>
          <a:spcPts val="95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33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830342" indent="-217719" algn="l" defTabSz="435437" rtl="0" eaLnBrk="1" latinLnBrk="0" hangingPunct="1">
        <a:spcBef>
          <a:spcPts val="95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33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265780" indent="-217719" algn="l" defTabSz="435437" rtl="0" eaLnBrk="1" latinLnBrk="0" hangingPunct="1">
        <a:spcBef>
          <a:spcPts val="95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33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701217" indent="-217719" algn="l" defTabSz="435437" rtl="0" eaLnBrk="1" latinLnBrk="0" hangingPunct="1">
        <a:spcBef>
          <a:spcPts val="95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33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35437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1pPr>
      <a:lvl2pPr marL="435437" algn="l" defTabSz="435437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2pPr>
      <a:lvl3pPr marL="870875" algn="l" defTabSz="435437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3pPr>
      <a:lvl4pPr marL="1306312" algn="l" defTabSz="435437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4pPr>
      <a:lvl5pPr marL="1741749" algn="l" defTabSz="435437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5pPr>
      <a:lvl6pPr marL="2177186" algn="l" defTabSz="435437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6pPr>
      <a:lvl7pPr marL="2612624" algn="l" defTabSz="435437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7pPr>
      <a:lvl8pPr marL="3048061" algn="l" defTabSz="435437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8pPr>
      <a:lvl9pPr marL="3483498" algn="l" defTabSz="435437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1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hyperlink" Target="http://www.youtub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7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://wikipedia.org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2127233" y="0"/>
            <a:ext cx="7677974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714" dirty="0">
              <a:solidFill>
                <a:prstClr val="white"/>
              </a:solidFill>
            </a:endParaRPr>
          </a:p>
          <a:p>
            <a:pPr algn="ctr"/>
            <a:r>
              <a:rPr lang="fr-FR" sz="1714" dirty="0">
                <a:solidFill>
                  <a:prstClr val="white"/>
                </a:solidFill>
              </a:rPr>
              <a:t>TCC</a:t>
            </a:r>
            <a:endParaRPr lang="fr-FR" sz="1714" b="1" i="1" dirty="0">
              <a:solidFill>
                <a:prstClr val="white"/>
              </a:solidFill>
            </a:endParaRPr>
          </a:p>
        </p:txBody>
      </p:sp>
      <p:sp>
        <p:nvSpPr>
          <p:cNvPr id="88066" name="AutoShape 2" descr="Résultat de recherche d'images pour &quot;le web html css javascript php&quot;"/>
          <p:cNvSpPr>
            <a:spLocks noChangeAspect="1" noChangeArrowheads="1"/>
          </p:cNvSpPr>
          <p:nvPr/>
        </p:nvSpPr>
        <p:spPr bwMode="auto">
          <a:xfrm>
            <a:off x="438452" y="-137584"/>
            <a:ext cx="290286" cy="290287"/>
          </a:xfrm>
          <a:prstGeom prst="rect">
            <a:avLst/>
          </a:prstGeom>
          <a:noFill/>
        </p:spPr>
        <p:txBody>
          <a:bodyPr vert="horz" wrap="square" lIns="87086" tIns="43543" rIns="87086" bIns="43543" numCol="1" anchor="t" anchorCtr="0" compatLnSpc="1">
            <a:prstTxWarp prst="textNoShape">
              <a:avLst/>
            </a:prstTxWarp>
          </a:bodyPr>
          <a:lstStyle/>
          <a:p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88068" name="AutoShape 4" descr="Résultat de recherche d'images pour &quot;le web html css javascript php&quot;"/>
          <p:cNvSpPr>
            <a:spLocks noChangeAspect="1" noChangeArrowheads="1"/>
          </p:cNvSpPr>
          <p:nvPr/>
        </p:nvSpPr>
        <p:spPr bwMode="auto">
          <a:xfrm>
            <a:off x="438452" y="-137584"/>
            <a:ext cx="290286" cy="290287"/>
          </a:xfrm>
          <a:prstGeom prst="rect">
            <a:avLst/>
          </a:prstGeom>
          <a:noFill/>
        </p:spPr>
        <p:txBody>
          <a:bodyPr vert="horz" wrap="square" lIns="87086" tIns="43543" rIns="87086" bIns="43543" numCol="1" anchor="t" anchorCtr="0" compatLnSpc="1">
            <a:prstTxWarp prst="textNoShape">
              <a:avLst/>
            </a:prstTxWarp>
          </a:bodyPr>
          <a:lstStyle/>
          <a:p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29913" y="4913194"/>
            <a:ext cx="4282649" cy="13458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95" b="1" dirty="0">
                <a:solidFill>
                  <a:srgbClr val="00B0F0"/>
                </a:solidFill>
              </a:rPr>
              <a:t>Réalisée par : </a:t>
            </a:r>
          </a:p>
          <a:p>
            <a:pPr algn="ctr"/>
            <a:r>
              <a:rPr lang="fr-FR" sz="2095" b="1" dirty="0">
                <a:solidFill>
                  <a:srgbClr val="00B0F0"/>
                </a:solidFill>
              </a:rPr>
              <a:t>Maxime Mawunygan KOGON</a:t>
            </a:r>
          </a:p>
          <a:p>
            <a:pPr algn="ctr"/>
            <a:r>
              <a:rPr lang="fr-FR" sz="2095" b="1" dirty="0">
                <a:solidFill>
                  <a:srgbClr val="00B0F0"/>
                </a:solidFill>
              </a:rPr>
              <a:t>(Développeur Full Stack 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1226" y="5013825"/>
            <a:ext cx="5050489" cy="13458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95" b="1" dirty="0">
              <a:solidFill>
                <a:srgbClr val="EA6312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277" y="1542197"/>
            <a:ext cx="7831929" cy="337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769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9760" y="177421"/>
            <a:ext cx="9404723" cy="750626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Plan 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05631" y="709685"/>
            <a:ext cx="8520515" cy="6148315"/>
          </a:xfrm>
        </p:spPr>
        <p:txBody>
          <a:bodyPr/>
          <a:lstStyle/>
          <a:p>
            <a:r>
              <a:rPr lang="fr-FR" sz="2600" b="1" dirty="0">
                <a:solidFill>
                  <a:srgbClr val="00B0F0"/>
                </a:solidFill>
              </a:rPr>
              <a:t>Introduction</a:t>
            </a:r>
          </a:p>
          <a:p>
            <a:r>
              <a:rPr lang="fr-FR" sz="2600" b="1" dirty="0">
                <a:solidFill>
                  <a:srgbClr val="00B0F0"/>
                </a:solidFill>
              </a:rPr>
              <a:t>HTML</a:t>
            </a:r>
          </a:p>
          <a:p>
            <a:pPr lvl="1"/>
            <a:r>
              <a:rPr lang="fr-FR" sz="2409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Les éléments en html</a:t>
            </a:r>
          </a:p>
          <a:p>
            <a:pPr lvl="1"/>
            <a:r>
              <a:rPr lang="fr-FR" sz="2409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Les attributs en html</a:t>
            </a:r>
          </a:p>
          <a:p>
            <a:pPr lvl="1"/>
            <a:r>
              <a:rPr lang="fr-FR" sz="2409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Les tableaux</a:t>
            </a:r>
          </a:p>
          <a:p>
            <a:pPr lvl="1"/>
            <a:r>
              <a:rPr lang="fr-FR" sz="2409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Création des formulaires</a:t>
            </a:r>
          </a:p>
          <a:p>
            <a:r>
              <a:rPr lang="fr-FR" sz="2600" b="1" dirty="0">
                <a:solidFill>
                  <a:srgbClr val="00B0F0"/>
                </a:solidFill>
              </a:rPr>
              <a:t>CSS </a:t>
            </a:r>
          </a:p>
          <a:p>
            <a:pPr lvl="1"/>
            <a:r>
              <a:rPr lang="fr-FR" sz="2409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Utilité</a:t>
            </a:r>
          </a:p>
          <a:p>
            <a:pPr lvl="1"/>
            <a:r>
              <a:rPr lang="fr-FR" sz="2409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Syntaxe ( Sélecteurs, Propriétés, Valeurs)</a:t>
            </a:r>
          </a:p>
          <a:p>
            <a:pPr lvl="1"/>
            <a:r>
              <a:rPr lang="fr-FR" sz="2409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Attribut « style »</a:t>
            </a:r>
          </a:p>
          <a:p>
            <a:pPr lvl="1"/>
            <a:r>
              <a:rPr lang="fr-FR" sz="2409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Id et Class</a:t>
            </a:r>
          </a:p>
          <a:p>
            <a:pPr lvl="1"/>
            <a:r>
              <a:rPr lang="fr-FR" sz="2409" b="1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Div</a:t>
            </a:r>
            <a:r>
              <a:rPr lang="fr-FR" sz="2409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et </a:t>
            </a:r>
            <a:r>
              <a:rPr lang="fr-FR" sz="2409" b="1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Span</a:t>
            </a:r>
            <a:endParaRPr lang="fr-FR" sz="2409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fr-FR" sz="2409" b="1" dirty="0">
              <a:solidFill>
                <a:srgbClr val="00B0F0"/>
              </a:solidFill>
            </a:endParaRPr>
          </a:p>
          <a:p>
            <a:pPr lvl="1"/>
            <a:endParaRPr lang="fr-FR" sz="2409" b="1" dirty="0">
              <a:solidFill>
                <a:srgbClr val="00B0F0"/>
              </a:solidFill>
            </a:endParaRPr>
          </a:p>
          <a:p>
            <a:pPr lvl="1"/>
            <a:endParaRPr lang="fr-FR" sz="2409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fr-FR" b="1" dirty="0">
              <a:solidFill>
                <a:schemeClr val="accent2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2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46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05218" y="434781"/>
            <a:ext cx="9332688" cy="1733797"/>
          </a:xfrm>
        </p:spPr>
        <p:txBody>
          <a:bodyPr>
            <a:noAutofit/>
          </a:bodyPr>
          <a:lstStyle/>
          <a:p>
            <a:r>
              <a:rPr lang="fr-FR" sz="45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POURQUOI APPRENDRE LE HTML &amp; LE CSS ?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41715" y="2683824"/>
            <a:ext cx="8708571" cy="3170711"/>
          </a:xfrm>
        </p:spPr>
        <p:txBody>
          <a:bodyPr/>
          <a:lstStyle/>
          <a:p>
            <a:pPr marL="326578" indent="-326578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</a:rPr>
              <a:t>Les langages HTML et CSS sont incontournables car n’ont pas de concurrent et sont à la base de tout projet de développement web</a:t>
            </a:r>
          </a:p>
          <a:p>
            <a:endParaRPr lang="fr-FR" sz="2400" dirty="0">
              <a:solidFill>
                <a:schemeClr val="tx1"/>
              </a:solidFill>
            </a:endParaRPr>
          </a:p>
          <a:p>
            <a:pPr marL="326578" indent="-326578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</a:rPr>
              <a:t>Facile à apprendre </a:t>
            </a:r>
          </a:p>
          <a:p>
            <a:pPr marL="326578" indent="-326578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937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5143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HTML &amp; CSS : DEFINITION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HTML = HyperText </a:t>
            </a:r>
            <a:r>
              <a:rPr lang="fr-FR" dirty="0" err="1"/>
              <a:t>Markup</a:t>
            </a:r>
            <a:r>
              <a:rPr lang="fr-FR" dirty="0"/>
              <a:t> </a:t>
            </a:r>
            <a:r>
              <a:rPr lang="fr-FR" dirty="0" err="1"/>
              <a:t>Language</a:t>
            </a:r>
            <a:r>
              <a:rPr lang="fr-FR" dirty="0"/>
              <a:t>. </a:t>
            </a:r>
          </a:p>
          <a:p>
            <a:pPr lvl="2"/>
            <a:r>
              <a:rPr lang="fr-FR" sz="1905" dirty="0"/>
              <a:t>Créé en 1991</a:t>
            </a:r>
          </a:p>
          <a:p>
            <a:pPr lvl="2"/>
            <a:r>
              <a:rPr lang="fr-FR" sz="1905" dirty="0"/>
              <a:t>Fonction : </a:t>
            </a:r>
            <a:r>
              <a:rPr lang="fr-FR" sz="1905" b="1" u="sng" dirty="0">
                <a:solidFill>
                  <a:srgbClr val="00B0F0"/>
                </a:solidFill>
              </a:rPr>
              <a:t>donner du sens et structurer </a:t>
            </a:r>
            <a:r>
              <a:rPr lang="fr-FR" sz="1905" dirty="0"/>
              <a:t>le contenu</a:t>
            </a:r>
          </a:p>
          <a:p>
            <a:endParaRPr lang="fr-FR" dirty="0"/>
          </a:p>
          <a:p>
            <a:r>
              <a:rPr lang="fr-FR" dirty="0"/>
              <a:t>CSS = </a:t>
            </a:r>
            <a:r>
              <a:rPr lang="fr-FR" dirty="0" err="1"/>
              <a:t>Cascading</a:t>
            </a:r>
            <a:r>
              <a:rPr lang="fr-FR" dirty="0"/>
              <a:t> Style </a:t>
            </a:r>
            <a:r>
              <a:rPr lang="fr-FR" dirty="0" err="1"/>
              <a:t>Sheets</a:t>
            </a:r>
            <a:endParaRPr lang="fr-FR" dirty="0"/>
          </a:p>
          <a:p>
            <a:pPr lvl="2"/>
            <a:r>
              <a:rPr lang="fr-FR" sz="1905" dirty="0"/>
              <a:t>Créé en 1996</a:t>
            </a:r>
          </a:p>
          <a:p>
            <a:pPr lvl="2"/>
            <a:r>
              <a:rPr lang="fr-FR" sz="1905" dirty="0"/>
              <a:t>Fonction : </a:t>
            </a:r>
            <a:r>
              <a:rPr lang="fr-FR" sz="1905" b="1" u="sng" dirty="0">
                <a:solidFill>
                  <a:srgbClr val="00B0F0"/>
                </a:solidFill>
              </a:rPr>
              <a:t>mettre en forme </a:t>
            </a:r>
            <a:r>
              <a:rPr lang="fr-FR" sz="1905" dirty="0"/>
              <a:t>le contenu en lui ajoutant des </a:t>
            </a:r>
            <a:r>
              <a:rPr lang="fr-FR" sz="1905" b="1" u="sng" dirty="0">
                <a:solidFill>
                  <a:srgbClr val="00B0F0"/>
                </a:solidFill>
              </a:rPr>
              <a:t>styles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4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486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"/>
          <a:stretch/>
        </p:blipFill>
        <p:spPr>
          <a:xfrm>
            <a:off x="2783376" y="3261814"/>
            <a:ext cx="6980090" cy="34347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5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21" y="471425"/>
            <a:ext cx="4171547" cy="276364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94" y="452719"/>
            <a:ext cx="4171547" cy="2763648"/>
          </a:xfrm>
          <a:prstGeom prst="rect">
            <a:avLst/>
          </a:prstGeom>
        </p:spPr>
      </p:pic>
      <p:sp>
        <p:nvSpPr>
          <p:cNvPr id="7" name="Flèche droite 6"/>
          <p:cNvSpPr/>
          <p:nvPr/>
        </p:nvSpPr>
        <p:spPr>
          <a:xfrm>
            <a:off x="4817660" y="1543368"/>
            <a:ext cx="2201534" cy="518615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4934165" y="1063417"/>
            <a:ext cx="1924334" cy="724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HTML + CSS</a:t>
            </a:r>
          </a:p>
        </p:txBody>
      </p:sp>
    </p:spTree>
    <p:extLst>
      <p:ext uri="{BB962C8B-B14F-4D97-AF65-F5344CB8AC3E}">
        <p14:creationId xmlns:p14="http://schemas.microsoft.com/office/powerpoint/2010/main" val="3402177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LES VERSIONS ACTUELLES : HTML &amp; CSS </a:t>
            </a:r>
            <a:endParaRPr lang="fr-FR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04295" y="2612477"/>
            <a:ext cx="8946541" cy="3228765"/>
          </a:xfrm>
        </p:spPr>
        <p:txBody>
          <a:bodyPr/>
          <a:lstStyle/>
          <a:p>
            <a:r>
              <a:rPr lang="fr-FR" sz="3000" dirty="0"/>
              <a:t>HTML5 &amp; CSS3</a:t>
            </a:r>
          </a:p>
          <a:p>
            <a:r>
              <a:rPr lang="fr-FR" sz="3000" dirty="0"/>
              <a:t>En cours de développement</a:t>
            </a:r>
            <a:endParaRPr lang="fr-FR" dirty="0"/>
          </a:p>
          <a:p>
            <a:r>
              <a:rPr lang="fr-FR" sz="3000" dirty="0"/>
              <a:t>Introduisent de nouvelles fonctionnalités très attendues : insérer des vidéos, audio, etc.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232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L’EDITEUR DE TEXTE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03314" y="2052919"/>
            <a:ext cx="9637474" cy="3460777"/>
          </a:xfrm>
        </p:spPr>
        <p:txBody>
          <a:bodyPr>
            <a:normAutofit/>
          </a:bodyPr>
          <a:lstStyle/>
          <a:p>
            <a:r>
              <a:rPr lang="fr-FR" sz="2700" dirty="0"/>
              <a:t>Pour coder en HTML ou en CSS, nous n’avons besoin que d’un éditeur de texte, gratuit </a:t>
            </a:r>
          </a:p>
          <a:p>
            <a:endParaRPr lang="fr-FR" sz="2700" dirty="0"/>
          </a:p>
          <a:p>
            <a:r>
              <a:rPr lang="fr-FR" sz="2700" dirty="0"/>
              <a:t>Windows = </a:t>
            </a:r>
            <a:r>
              <a:rPr lang="fr-FR" sz="2700" dirty="0" err="1"/>
              <a:t>Komodo</a:t>
            </a:r>
            <a:r>
              <a:rPr lang="fr-FR" sz="2700" dirty="0"/>
              <a:t>, </a:t>
            </a:r>
            <a:r>
              <a:rPr lang="fr-FR" sz="2700" dirty="0" err="1"/>
              <a:t>NotePad</a:t>
            </a:r>
            <a:r>
              <a:rPr lang="fr-FR" sz="2700" dirty="0"/>
              <a:t>++, Sublime </a:t>
            </a:r>
            <a:r>
              <a:rPr lang="fr-FR" sz="2700" dirty="0" err="1"/>
              <a:t>text</a:t>
            </a:r>
            <a:r>
              <a:rPr lang="fr-FR" sz="2700" dirty="0"/>
              <a:t> 3 ....</a:t>
            </a:r>
          </a:p>
          <a:p>
            <a:r>
              <a:rPr lang="fr-FR" sz="2700" dirty="0"/>
              <a:t>Mac        = </a:t>
            </a:r>
            <a:r>
              <a:rPr lang="fr-FR" sz="2700" dirty="0" err="1"/>
              <a:t>Komodo</a:t>
            </a:r>
            <a:r>
              <a:rPr lang="fr-FR" sz="2700" dirty="0"/>
              <a:t>, </a:t>
            </a:r>
            <a:r>
              <a:rPr lang="fr-FR" sz="2700" dirty="0" err="1"/>
              <a:t>TextWrangler</a:t>
            </a:r>
            <a:r>
              <a:rPr lang="fr-FR" sz="2700" dirty="0"/>
              <a:t> ...</a:t>
            </a:r>
          </a:p>
          <a:p>
            <a:r>
              <a:rPr lang="fr-FR" sz="2700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  <a:sym typeface="Wingdings"/>
              </a:rPr>
              <a:t>Linux        = </a:t>
            </a:r>
            <a:r>
              <a:rPr lang="fr-FR" sz="2700" dirty="0" err="1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  <a:sym typeface="Wingdings"/>
              </a:rPr>
              <a:t>Komodo</a:t>
            </a:r>
            <a:r>
              <a:rPr lang="fr-FR" sz="2700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  <a:sym typeface="Wingdings"/>
              </a:rPr>
              <a:t>, </a:t>
            </a:r>
            <a:r>
              <a:rPr lang="fr-FR" sz="2700" dirty="0" err="1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  <a:sym typeface="Wingdings"/>
              </a:rPr>
              <a:t>gEdit</a:t>
            </a:r>
            <a:r>
              <a:rPr lang="fr-FR" sz="2700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  <a:sym typeface="Wingdings"/>
              </a:rPr>
              <a:t> …</a:t>
            </a:r>
          </a:p>
          <a:p>
            <a:endParaRPr lang="fr-FR" sz="2286" dirty="0"/>
          </a:p>
          <a:p>
            <a:endParaRPr lang="fr-FR" sz="228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7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918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527672" y="2728736"/>
            <a:ext cx="8956879" cy="1400530"/>
          </a:xfrm>
        </p:spPr>
        <p:txBody>
          <a:bodyPr/>
          <a:lstStyle/>
          <a:p>
            <a:pPr algn="ctr"/>
            <a:r>
              <a:rPr lang="fr-FR" sz="5905" b="1" dirty="0">
                <a:solidFill>
                  <a:schemeClr val="accent2"/>
                </a:solidFill>
              </a:rPr>
              <a:t>APPRENDRE LE HTML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8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023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904697" y="369590"/>
            <a:ext cx="8956879" cy="1400530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Les éléments en HTML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024385" y="2337927"/>
            <a:ext cx="8520515" cy="3255352"/>
          </a:xfrm>
        </p:spPr>
        <p:txBody>
          <a:bodyPr/>
          <a:lstStyle/>
          <a:p>
            <a:r>
              <a:rPr lang="fr-FR" sz="2286" dirty="0"/>
              <a:t>Définissent des objets dans notre page web :</a:t>
            </a:r>
          </a:p>
          <a:p>
            <a:pPr marL="1306312" lvl="2" indent="-435437">
              <a:buFont typeface="+mj-lt"/>
              <a:buAutoNum type="arabicPeriod"/>
            </a:pPr>
            <a:r>
              <a:rPr lang="fr-FR" sz="1905" dirty="0"/>
              <a:t>L’élément </a:t>
            </a:r>
            <a:r>
              <a:rPr lang="fr-FR" sz="2200" dirty="0">
                <a:solidFill>
                  <a:srgbClr val="00B0F0"/>
                </a:solidFill>
              </a:rPr>
              <a:t>p</a:t>
            </a:r>
            <a:r>
              <a:rPr lang="fr-FR" sz="1905" dirty="0"/>
              <a:t> définit un paragraphe, </a:t>
            </a:r>
          </a:p>
          <a:p>
            <a:pPr marL="1306312" lvl="2" indent="-435437">
              <a:buFont typeface="+mj-lt"/>
              <a:buAutoNum type="arabicPeriod"/>
            </a:pPr>
            <a:r>
              <a:rPr lang="fr-FR" sz="1905" dirty="0"/>
              <a:t>Les éléments </a:t>
            </a:r>
            <a:r>
              <a:rPr lang="fr-FR" sz="2200" dirty="0">
                <a:solidFill>
                  <a:srgbClr val="00B0F0"/>
                </a:solidFill>
              </a:rPr>
              <a:t>h1, h2, … , h6 </a:t>
            </a:r>
            <a:r>
              <a:rPr lang="fr-FR" sz="1905" dirty="0"/>
              <a:t>définissent des titres,</a:t>
            </a:r>
          </a:p>
          <a:p>
            <a:pPr marL="1306312" lvl="2" indent="-435437">
              <a:buFont typeface="+mj-lt"/>
              <a:buAutoNum type="arabicPeriod"/>
            </a:pPr>
            <a:r>
              <a:rPr lang="fr-FR" sz="1905" dirty="0"/>
              <a:t>L’élément </a:t>
            </a:r>
            <a:r>
              <a:rPr lang="fr-FR" sz="2200" dirty="0">
                <a:solidFill>
                  <a:srgbClr val="00B0F0"/>
                </a:solidFill>
              </a:rPr>
              <a:t>a</a:t>
            </a:r>
            <a:r>
              <a:rPr lang="fr-FR" sz="1905" dirty="0"/>
              <a:t> définit un lien…</a:t>
            </a:r>
          </a:p>
          <a:p>
            <a:pPr marL="870875" lvl="2" indent="0">
              <a:buNone/>
            </a:pPr>
            <a:endParaRPr lang="fr-FR" sz="1905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923" y="4298868"/>
            <a:ext cx="4109239" cy="137753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573" y="3795380"/>
            <a:ext cx="2803463" cy="2712300"/>
          </a:xfrm>
          <a:prstGeom prst="rect">
            <a:avLst/>
          </a:prstGeom>
        </p:spPr>
      </p:pic>
      <p:graphicFrame>
        <p:nvGraphicFramePr>
          <p:cNvPr id="7" name="Diagramme 6"/>
          <p:cNvGraphicFramePr/>
          <p:nvPr>
            <p:extLst>
              <p:ext uri="{D42A27DB-BD31-4B8C-83A1-F6EECF244321}">
                <p14:modId xmlns:p14="http://schemas.microsoft.com/office/powerpoint/2010/main" val="1323709987"/>
              </p:ext>
            </p:extLst>
          </p:nvPr>
        </p:nvGraphicFramePr>
        <p:xfrm>
          <a:off x="5512701" y="4879003"/>
          <a:ext cx="1746174" cy="545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9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497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Les balises en HTML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2792298"/>
              </p:ext>
            </p:extLst>
          </p:nvPr>
        </p:nvGraphicFramePr>
        <p:xfrm>
          <a:off x="1341060" y="1294410"/>
          <a:ext cx="8521095" cy="5177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Accolade ouvrante 11"/>
          <p:cNvSpPr/>
          <p:nvPr/>
        </p:nvSpPr>
        <p:spPr>
          <a:xfrm>
            <a:off x="1527671" y="5175663"/>
            <a:ext cx="339295" cy="920338"/>
          </a:xfrm>
          <a:prstGeom prst="leftBrac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10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968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32202" y="724182"/>
            <a:ext cx="9399512" cy="5390869"/>
          </a:xfrm>
        </p:spPr>
        <p:txBody>
          <a:bodyPr/>
          <a:lstStyle/>
          <a:p>
            <a:r>
              <a:rPr lang="fr-FR" sz="2200" dirty="0"/>
              <a:t>Paire de balises et contenu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lvl="0"/>
            <a:r>
              <a:rPr lang="fr-FR" sz="2200" dirty="0"/>
              <a:t>Balise orpheline :</a:t>
            </a:r>
          </a:p>
          <a:p>
            <a:pPr lvl="0"/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166" y="1242880"/>
            <a:ext cx="6323669" cy="188621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313" y="3824159"/>
            <a:ext cx="6305523" cy="1838582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11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230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LES ATTRIBUTS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	La balise ouvrante d’un élément HTML peut contenir des attributs .</a:t>
            </a:r>
          </a:p>
          <a:p>
            <a:pPr marL="0" indent="0">
              <a:buNone/>
            </a:pPr>
            <a:endParaRPr lang="fr-FR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fr-FR" sz="2286" b="1" dirty="0">
                <a:solidFill>
                  <a:srgbClr val="FF0000"/>
                </a:solidFill>
              </a:rPr>
              <a:t>C’est quoi des </a:t>
            </a:r>
            <a:r>
              <a:rPr lang="fr-FR" sz="2286" b="1" u="sng" dirty="0">
                <a:solidFill>
                  <a:srgbClr val="FF0000"/>
                </a:solidFill>
              </a:rPr>
              <a:t>attributs</a:t>
            </a:r>
            <a:r>
              <a:rPr lang="fr-FR" sz="2286" b="1" dirty="0">
                <a:solidFill>
                  <a:srgbClr val="FF0000"/>
                </a:solidFill>
              </a:rPr>
              <a:t> ?</a:t>
            </a:r>
          </a:p>
          <a:p>
            <a:pPr marL="0" lvl="1" indent="0">
              <a:buNone/>
            </a:pPr>
            <a:endParaRPr lang="fr-FR" sz="2286" b="1" dirty="0">
              <a:solidFill>
                <a:srgbClr val="FF0000"/>
              </a:solidFill>
            </a:endParaRPr>
          </a:p>
          <a:p>
            <a:pPr marL="0" lvl="1" indent="0">
              <a:buNone/>
            </a:pPr>
            <a:r>
              <a:rPr lang="fr-FR" sz="2286" b="1" u="sng" dirty="0"/>
              <a:t>ATTRIBUT</a:t>
            </a:r>
            <a:r>
              <a:rPr lang="fr-FR" sz="2286" b="1" dirty="0"/>
              <a:t> :</a:t>
            </a:r>
            <a:r>
              <a:rPr lang="fr-FR" sz="1905" b="1" dirty="0"/>
              <a:t> </a:t>
            </a:r>
            <a:r>
              <a:rPr lang="fr-FR" sz="1905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Propriétés utilisées pour donner des indications supplémentaires</a:t>
            </a:r>
          </a:p>
          <a:p>
            <a:pPr marL="0" lvl="1" indent="0">
              <a:buNone/>
            </a:pPr>
            <a:r>
              <a:rPr lang="fr-FR" sz="1905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 aux éléments. </a:t>
            </a:r>
          </a:p>
          <a:p>
            <a:pPr marL="0" indent="0">
              <a:buNone/>
            </a:pPr>
            <a:endParaRPr lang="fr-FR" sz="2286" b="1" u="sng" dirty="0"/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1093853" y="4735899"/>
            <a:ext cx="8362950" cy="1635480"/>
          </a:xfrm>
          <a:prstGeom prst="rect">
            <a:avLst/>
          </a:prstGeom>
        </p:spPr>
        <p:txBody>
          <a:bodyPr vert="horz" lIns="87086" tIns="43543" rIns="87086" bIns="43543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30" indent="0" algn="ctr">
              <a:buNone/>
            </a:pPr>
            <a:endParaRPr lang="en-US" sz="2476" dirty="0">
              <a:solidFill>
                <a:prstClr val="white"/>
              </a:solidFill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Optima"/>
            </a:endParaRPr>
          </a:p>
          <a:p>
            <a:pPr marL="54430" indent="0" algn="ctr">
              <a:buNone/>
            </a:pPr>
            <a:r>
              <a:rPr lang="en-US" sz="2476" dirty="0">
                <a:solidFill>
                  <a:srgbClr val="B01513">
                    <a:lumMod val="60000"/>
                    <a:lumOff val="40000"/>
                  </a:srgb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</a:rPr>
              <a:t>&lt;</a:t>
            </a:r>
            <a:r>
              <a:rPr lang="en-US" sz="2476" dirty="0">
                <a:solidFill>
                  <a:prstClr val="white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</a:rPr>
              <a:t>a </a:t>
            </a:r>
            <a:r>
              <a:rPr lang="en-US" sz="2476" dirty="0" err="1">
                <a:solidFill>
                  <a:srgbClr val="00B0F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</a:rPr>
              <a:t>href</a:t>
            </a:r>
            <a:r>
              <a:rPr lang="en-US" sz="2476" dirty="0">
                <a:solidFill>
                  <a:srgbClr val="00B0F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</a:rPr>
              <a:t>=</a:t>
            </a:r>
            <a:r>
              <a:rPr lang="en-US" sz="2476" dirty="0">
                <a:solidFill>
                  <a:srgbClr val="00B0F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hlinkClick r:id="rId2"/>
              </a:rPr>
              <a:t>http://www.youtube.com</a:t>
            </a:r>
            <a:r>
              <a:rPr lang="en-US" sz="2476" dirty="0">
                <a:solidFill>
                  <a:srgbClr val="C0504D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</a:rPr>
              <a:t>&gt;</a:t>
            </a:r>
            <a:r>
              <a:rPr lang="en-US" sz="2476" dirty="0">
                <a:solidFill>
                  <a:prstClr val="white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</a:rPr>
              <a:t> Le site YouTube </a:t>
            </a:r>
            <a:r>
              <a:rPr lang="en-US" sz="2476" dirty="0">
                <a:solidFill>
                  <a:srgbClr val="C0504D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</a:rPr>
              <a:t>&lt;/</a:t>
            </a:r>
            <a:r>
              <a:rPr lang="en-US" sz="2476" dirty="0">
                <a:solidFill>
                  <a:prstClr val="white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</a:rPr>
              <a:t>a</a:t>
            </a:r>
            <a:r>
              <a:rPr lang="en-US" sz="2476" dirty="0">
                <a:solidFill>
                  <a:srgbClr val="C0504D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</a:rPr>
              <a:t>&gt;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568" y="4443351"/>
            <a:ext cx="2763760" cy="69500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509" y="4873249"/>
            <a:ext cx="4592718" cy="48772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404" y="4335219"/>
            <a:ext cx="2514092" cy="69500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5644" y="4926493"/>
            <a:ext cx="870932" cy="48772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334" y="6023877"/>
            <a:ext cx="1625741" cy="695004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8010" y="5637298"/>
            <a:ext cx="290310" cy="646864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3620" y="6098212"/>
            <a:ext cx="2659248" cy="695004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5519" y="5628187"/>
            <a:ext cx="7937099" cy="548688"/>
          </a:xfrm>
          <a:prstGeom prst="rect">
            <a:avLst/>
          </a:prstGeom>
        </p:spPr>
      </p:pic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12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877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905631" y="452718"/>
            <a:ext cx="8956879" cy="982187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HEADING, PARAGRAPH, BREAK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100405" y="1897038"/>
            <a:ext cx="10090335" cy="4401403"/>
          </a:xfrm>
        </p:spPr>
        <p:txBody>
          <a:bodyPr/>
          <a:lstStyle/>
          <a:p>
            <a:r>
              <a:rPr lang="fr-FR" sz="3810" dirty="0"/>
              <a:t>L’élément </a:t>
            </a:r>
            <a:r>
              <a:rPr lang="fr-FR" sz="3810" dirty="0">
                <a:solidFill>
                  <a:srgbClr val="00B0F0"/>
                </a:solidFill>
              </a:rPr>
              <a:t>p</a:t>
            </a:r>
            <a:r>
              <a:rPr lang="fr-FR" sz="3810" dirty="0"/>
              <a:t> définit un paragraphe. 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sz="3429" dirty="0"/>
              <a:t>L’élément </a:t>
            </a:r>
            <a:r>
              <a:rPr lang="fr-FR" sz="3429" dirty="0" err="1">
                <a:solidFill>
                  <a:srgbClr val="00B0F0"/>
                </a:solidFill>
              </a:rPr>
              <a:t>br</a:t>
            </a:r>
            <a:r>
              <a:rPr lang="fr-FR" sz="3429" dirty="0"/>
              <a:t> crée un retour à la ligne. </a:t>
            </a:r>
          </a:p>
          <a:p>
            <a:endParaRPr lang="fr-FR" sz="3429" dirty="0"/>
          </a:p>
          <a:p>
            <a:r>
              <a:rPr lang="fr-FR" sz="3048" dirty="0"/>
              <a:t>Les éléments </a:t>
            </a:r>
            <a:r>
              <a:rPr lang="fr-FR" sz="3048" dirty="0">
                <a:solidFill>
                  <a:srgbClr val="00B0F0"/>
                </a:solidFill>
              </a:rPr>
              <a:t>h1, h2,… </a:t>
            </a:r>
            <a:r>
              <a:rPr lang="fr-FR" sz="3048" dirty="0"/>
              <a:t>jusqu’à </a:t>
            </a:r>
            <a:r>
              <a:rPr lang="fr-FR" sz="3048" dirty="0">
                <a:solidFill>
                  <a:srgbClr val="00B0F0"/>
                </a:solidFill>
              </a:rPr>
              <a:t>h6</a:t>
            </a:r>
            <a:r>
              <a:rPr lang="fr-FR" sz="3048" dirty="0"/>
              <a:t> définissent des titres (par ordre d’importance). </a:t>
            </a:r>
          </a:p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13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391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919029" y="227635"/>
            <a:ext cx="8956879" cy="876680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EXEMPLES DES TITRES DE h1 à h6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221" y="1104315"/>
            <a:ext cx="4310439" cy="5561700"/>
          </a:xfrm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14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715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5631" y="452718"/>
            <a:ext cx="8956879" cy="911848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STRONG, MARK, EMPHASIS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05631" y="2025749"/>
            <a:ext cx="9808146" cy="4206240"/>
          </a:xfrm>
        </p:spPr>
        <p:txBody>
          <a:bodyPr/>
          <a:lstStyle/>
          <a:p>
            <a:r>
              <a:rPr lang="fr-FR" sz="3429" dirty="0"/>
              <a:t>L’élément </a:t>
            </a:r>
            <a:r>
              <a:rPr lang="fr-FR" sz="3429" b="1" dirty="0" err="1">
                <a:solidFill>
                  <a:srgbClr val="00B0F0"/>
                </a:solidFill>
              </a:rPr>
              <a:t>strong</a:t>
            </a:r>
            <a:r>
              <a:rPr lang="fr-FR" sz="3429" dirty="0"/>
              <a:t> est utilisé pour définir un contenu comme important. </a:t>
            </a:r>
          </a:p>
          <a:p>
            <a:r>
              <a:rPr lang="fr-FR" sz="3429" dirty="0"/>
              <a:t>L’élément </a:t>
            </a:r>
            <a:r>
              <a:rPr lang="fr-FR" sz="3429" b="1" dirty="0" err="1">
                <a:solidFill>
                  <a:srgbClr val="00B0F0"/>
                </a:solidFill>
              </a:rPr>
              <a:t>em</a:t>
            </a:r>
            <a:r>
              <a:rPr lang="fr-FR" sz="3429" dirty="0"/>
              <a:t> est utilisé pour définir un contenu comme assez important. </a:t>
            </a:r>
          </a:p>
          <a:p>
            <a:r>
              <a:rPr lang="fr-FR" sz="3429" dirty="0"/>
              <a:t>L’élément </a:t>
            </a:r>
            <a:r>
              <a:rPr lang="fr-FR" sz="3429" b="1" dirty="0">
                <a:solidFill>
                  <a:srgbClr val="00B0F0"/>
                </a:solidFill>
              </a:rPr>
              <a:t>mark</a:t>
            </a:r>
            <a:r>
              <a:rPr lang="fr-FR" sz="3429" dirty="0"/>
              <a:t> est utilisé pour faire ressortir du contenu.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15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136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5631" y="452718"/>
            <a:ext cx="8956879" cy="1010322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L’IMPORTANCE DES TEXTES :</a:t>
            </a: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06" y="1888001"/>
            <a:ext cx="6262657" cy="4288557"/>
          </a:xfrm>
        </p:spPr>
      </p:pic>
      <p:sp>
        <p:nvSpPr>
          <p:cNvPr id="10" name="Ellipse 9"/>
          <p:cNvSpPr/>
          <p:nvPr/>
        </p:nvSpPr>
        <p:spPr>
          <a:xfrm>
            <a:off x="8643309" y="2569721"/>
            <a:ext cx="1789113" cy="998805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100" b="1" dirty="0">
                <a:solidFill>
                  <a:srgbClr val="00B0F0"/>
                </a:solidFill>
              </a:rPr>
              <a:t>STRONG</a:t>
            </a:r>
          </a:p>
        </p:txBody>
      </p:sp>
      <p:sp>
        <p:nvSpPr>
          <p:cNvPr id="13" name="Ellipse 12"/>
          <p:cNvSpPr/>
          <p:nvPr/>
        </p:nvSpPr>
        <p:spPr>
          <a:xfrm>
            <a:off x="8740696" y="5046126"/>
            <a:ext cx="1797538" cy="99646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100" b="1" dirty="0">
                <a:solidFill>
                  <a:srgbClr val="00B0F0"/>
                </a:solidFill>
              </a:rPr>
              <a:t>MARK</a:t>
            </a:r>
          </a:p>
        </p:txBody>
      </p:sp>
      <p:sp>
        <p:nvSpPr>
          <p:cNvPr id="16" name="Ellipse 15"/>
          <p:cNvSpPr/>
          <p:nvPr/>
        </p:nvSpPr>
        <p:spPr>
          <a:xfrm>
            <a:off x="8740696" y="3939445"/>
            <a:ext cx="1594339" cy="73576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dirty="0" err="1">
                <a:solidFill>
                  <a:srgbClr val="00B0F0"/>
                </a:solidFill>
              </a:rPr>
              <a:t>em</a:t>
            </a:r>
            <a:endParaRPr lang="fr-FR" sz="2200" b="1" dirty="0">
              <a:solidFill>
                <a:srgbClr val="00B0F0"/>
              </a:solidFill>
            </a:endParaRP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16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  <p:cxnSp>
        <p:nvCxnSpPr>
          <p:cNvPr id="4" name="Connecteur droit avec flèche 3"/>
          <p:cNvCxnSpPr/>
          <p:nvPr/>
        </p:nvCxnSpPr>
        <p:spPr>
          <a:xfrm flipV="1">
            <a:off x="5554639" y="3179659"/>
            <a:ext cx="3088670" cy="92804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>
            <a:endCxn id="16" idx="2"/>
          </p:cNvCxnSpPr>
          <p:nvPr/>
        </p:nvCxnSpPr>
        <p:spPr>
          <a:xfrm flipV="1">
            <a:off x="5240740" y="4307326"/>
            <a:ext cx="3499956" cy="22534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>
            <a:endCxn id="13" idx="2"/>
          </p:cNvCxnSpPr>
          <p:nvPr/>
        </p:nvCxnSpPr>
        <p:spPr>
          <a:xfrm>
            <a:off x="5160105" y="5139231"/>
            <a:ext cx="3580591" cy="405126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167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STRUCTURE D’UNE PAGE EN HTML5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61700" y="1152983"/>
            <a:ext cx="10327472" cy="54160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bg1"/>
                </a:solidFill>
              </a:rPr>
              <a:t>&lt;! DOCTYPE html &gt;                </a:t>
            </a:r>
            <a:r>
              <a:rPr lang="fr-FR" sz="1714" b="1" dirty="0"/>
              <a:t>Balise qui précise le </a:t>
            </a:r>
            <a:r>
              <a:rPr lang="fr-FR" sz="1714" b="1" dirty="0" err="1"/>
              <a:t>language</a:t>
            </a:r>
            <a:r>
              <a:rPr lang="fr-FR" sz="1714" b="1" dirty="0"/>
              <a:t> à utiliser dans notre cas HTML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bg1"/>
                </a:solidFill>
              </a:rPr>
              <a:t>&lt; html &gt;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2"/>
                </a:solidFill>
              </a:rPr>
              <a:t>				</a:t>
            </a:r>
            <a:r>
              <a:rPr lang="fr-FR" b="1" dirty="0">
                <a:solidFill>
                  <a:schemeClr val="bg1"/>
                </a:solidFill>
              </a:rPr>
              <a:t>&lt; </a:t>
            </a:r>
            <a:r>
              <a:rPr lang="fr-FR" b="1" dirty="0" err="1">
                <a:solidFill>
                  <a:schemeClr val="bg1"/>
                </a:solidFill>
              </a:rPr>
              <a:t>head</a:t>
            </a:r>
            <a:r>
              <a:rPr lang="fr-FR" b="1" dirty="0">
                <a:solidFill>
                  <a:schemeClr val="bg1"/>
                </a:solidFill>
              </a:rPr>
              <a:t> &gt;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2"/>
                </a:solidFill>
              </a:rPr>
              <a:t>					</a:t>
            </a:r>
            <a:r>
              <a:rPr lang="fr-FR" b="1" dirty="0">
                <a:solidFill>
                  <a:schemeClr val="bg1"/>
                </a:solidFill>
              </a:rPr>
              <a:t>&lt;</a:t>
            </a:r>
            <a:r>
              <a:rPr lang="fr-FR" b="1" dirty="0" err="1">
                <a:solidFill>
                  <a:schemeClr val="bg1"/>
                </a:solidFill>
              </a:rPr>
              <a:t>title</a:t>
            </a:r>
            <a:r>
              <a:rPr lang="fr-FR" b="1" dirty="0">
                <a:solidFill>
                  <a:schemeClr val="bg1"/>
                </a:solidFill>
              </a:rPr>
              <a:t> &gt; </a:t>
            </a:r>
            <a:r>
              <a:rPr lang="fr-FR" dirty="0"/>
              <a:t>Page HTML </a:t>
            </a:r>
            <a:r>
              <a:rPr lang="fr-FR" b="1" dirty="0">
                <a:solidFill>
                  <a:schemeClr val="bg1"/>
                </a:solidFill>
              </a:rPr>
              <a:t>&lt;/</a:t>
            </a:r>
            <a:r>
              <a:rPr lang="fr-FR" b="1" dirty="0" err="1">
                <a:solidFill>
                  <a:schemeClr val="bg1"/>
                </a:solidFill>
              </a:rPr>
              <a:t>title</a:t>
            </a:r>
            <a:r>
              <a:rPr lang="fr-FR" b="1" dirty="0">
                <a:solidFill>
                  <a:schemeClr val="bg1"/>
                </a:solidFill>
              </a:rPr>
              <a:t>&gt;                  </a:t>
            </a:r>
            <a:r>
              <a:rPr lang="fr-FR" b="1" dirty="0"/>
              <a:t>Titre de la page HTML </a:t>
            </a:r>
          </a:p>
          <a:p>
            <a:pPr marL="0" indent="0">
              <a:buNone/>
            </a:pPr>
            <a:r>
              <a:rPr lang="fr-FR" b="1" dirty="0"/>
              <a:t>					</a:t>
            </a:r>
            <a:r>
              <a:rPr lang="fr-FR" b="1" dirty="0">
                <a:solidFill>
                  <a:schemeClr val="bg1"/>
                </a:solidFill>
              </a:rPr>
              <a:t>&lt;</a:t>
            </a:r>
            <a:r>
              <a:rPr lang="fr-FR" b="1" dirty="0" err="1">
                <a:solidFill>
                  <a:schemeClr val="bg1"/>
                </a:solidFill>
              </a:rPr>
              <a:t>meta</a:t>
            </a:r>
            <a:r>
              <a:rPr lang="fr-FR" b="1" dirty="0">
                <a:solidFill>
                  <a:schemeClr val="bg1"/>
                </a:solidFill>
              </a:rPr>
              <a:t>  </a:t>
            </a:r>
            <a:r>
              <a:rPr lang="fr-FR" b="1" dirty="0" err="1">
                <a:solidFill>
                  <a:srgbClr val="00B0F0"/>
                </a:solidFill>
              </a:rPr>
              <a:t>charset</a:t>
            </a:r>
            <a:r>
              <a:rPr lang="fr-FR" b="1" dirty="0">
                <a:solidFill>
                  <a:srgbClr val="00B0F0"/>
                </a:solidFill>
              </a:rPr>
              <a:t> = ‘’utf-8’’ </a:t>
            </a:r>
            <a:r>
              <a:rPr lang="fr-FR" b="1" dirty="0">
                <a:solidFill>
                  <a:schemeClr val="accent2"/>
                </a:solidFill>
              </a:rPr>
              <a:t>&gt;                </a:t>
            </a:r>
            <a:r>
              <a:rPr lang="fr-FR" b="1" dirty="0"/>
              <a:t>Le codage de la page 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2"/>
                </a:solidFill>
              </a:rPr>
              <a:t>		             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			</a:t>
            </a:r>
            <a:r>
              <a:rPr lang="fr-FR" b="1" dirty="0">
                <a:solidFill>
                  <a:schemeClr val="bg1"/>
                </a:solidFill>
              </a:rPr>
              <a:t>&lt;/</a:t>
            </a:r>
            <a:r>
              <a:rPr lang="fr-FR" b="1" dirty="0" err="1">
                <a:solidFill>
                  <a:schemeClr val="bg1"/>
                </a:solidFill>
              </a:rPr>
              <a:t>head</a:t>
            </a:r>
            <a:r>
              <a:rPr lang="fr-FR" b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endParaRPr lang="fr-FR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			</a:t>
            </a:r>
            <a:r>
              <a:rPr lang="fr-FR" b="1" dirty="0">
                <a:solidFill>
                  <a:schemeClr val="bg1"/>
                </a:solidFill>
              </a:rPr>
              <a:t>&lt; body  &gt;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				</a:t>
            </a:r>
            <a:r>
              <a:rPr lang="fr-FR" b="1" dirty="0">
                <a:solidFill>
                  <a:schemeClr val="bg1"/>
                </a:solidFill>
              </a:rPr>
              <a:t>&lt;h1&gt; </a:t>
            </a:r>
            <a:r>
              <a:rPr lang="fr-FR" b="1" dirty="0"/>
              <a:t>Titre</a:t>
            </a:r>
            <a:r>
              <a:rPr lang="fr-FR" b="1" dirty="0">
                <a:solidFill>
                  <a:schemeClr val="accent2"/>
                </a:solidFill>
              </a:rPr>
              <a:t> </a:t>
            </a:r>
            <a:r>
              <a:rPr lang="fr-FR" b="1" dirty="0">
                <a:solidFill>
                  <a:schemeClr val="bg1"/>
                </a:solidFill>
              </a:rPr>
              <a:t>&lt;/h1&gt;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				</a:t>
            </a:r>
            <a:r>
              <a:rPr lang="fr-FR" b="1" dirty="0">
                <a:solidFill>
                  <a:schemeClr val="bg1"/>
                </a:solidFill>
              </a:rPr>
              <a:t>&lt;p&gt; </a:t>
            </a:r>
            <a:r>
              <a:rPr lang="fr-FR" b="1" dirty="0"/>
              <a:t>Paragraphe : </a:t>
            </a:r>
            <a:r>
              <a:rPr lang="fr-FR" b="1" dirty="0">
                <a:solidFill>
                  <a:schemeClr val="bg1"/>
                </a:solidFill>
              </a:rPr>
              <a:t>&lt;</a:t>
            </a:r>
            <a:r>
              <a:rPr lang="fr-FR" b="1" dirty="0" err="1">
                <a:solidFill>
                  <a:schemeClr val="bg1"/>
                </a:solidFill>
              </a:rPr>
              <a:t>br</a:t>
            </a:r>
            <a:r>
              <a:rPr lang="fr-FR" b="1" dirty="0">
                <a:solidFill>
                  <a:schemeClr val="bg1"/>
                </a:solidFill>
              </a:rPr>
              <a:t>/&gt; </a:t>
            </a:r>
            <a:r>
              <a:rPr lang="fr-FR" b="1" dirty="0" err="1"/>
              <a:t>blablablabla</a:t>
            </a:r>
            <a:r>
              <a:rPr lang="fr-FR" b="1" dirty="0"/>
              <a:t> </a:t>
            </a:r>
            <a:r>
              <a:rPr lang="fr-FR" b="1" dirty="0">
                <a:solidFill>
                  <a:schemeClr val="bg1"/>
                </a:solidFill>
              </a:rPr>
              <a:t>&lt;/p&gt;</a:t>
            </a:r>
          </a:p>
          <a:p>
            <a:pPr marL="0" indent="0">
              <a:buNone/>
            </a:pPr>
            <a:endParaRPr lang="fr-FR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			</a:t>
            </a:r>
            <a:r>
              <a:rPr lang="fr-FR" b="1" dirty="0">
                <a:solidFill>
                  <a:schemeClr val="bg1"/>
                </a:solidFill>
              </a:rPr>
              <a:t>&lt; /body &gt;   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bg1"/>
                </a:solidFill>
              </a:rPr>
              <a:t>&lt; /html &gt;                           </a:t>
            </a:r>
          </a:p>
          <a:p>
            <a:pPr marL="0" indent="0">
              <a:buNone/>
            </a:pPr>
            <a:endParaRPr lang="fr-FR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fr-FR" dirty="0">
              <a:solidFill>
                <a:schemeClr val="accent2"/>
              </a:solidFill>
            </a:endParaRPr>
          </a:p>
        </p:txBody>
      </p:sp>
      <p:sp>
        <p:nvSpPr>
          <p:cNvPr id="5" name="Accolade ouvrante 4"/>
          <p:cNvSpPr/>
          <p:nvPr/>
        </p:nvSpPr>
        <p:spPr>
          <a:xfrm>
            <a:off x="2032001" y="2173187"/>
            <a:ext cx="368234" cy="145560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45553" y="2814853"/>
            <a:ext cx="1609950" cy="3266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383" y="4284039"/>
            <a:ext cx="423854" cy="188886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91771" y="4811843"/>
            <a:ext cx="1590897" cy="535289"/>
          </a:xfrm>
          <a:prstGeom prst="rect">
            <a:avLst/>
          </a:prstGeom>
        </p:spPr>
      </p:pic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17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3" name="Flèche droite 12"/>
          <p:cNvSpPr/>
          <p:nvPr/>
        </p:nvSpPr>
        <p:spPr>
          <a:xfrm>
            <a:off x="5842397" y="2643081"/>
            <a:ext cx="931817" cy="312138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14" name="Flèche droite 13"/>
          <p:cNvSpPr/>
          <p:nvPr/>
        </p:nvSpPr>
        <p:spPr>
          <a:xfrm>
            <a:off x="3281785" y="1152983"/>
            <a:ext cx="931817" cy="312138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15" name="Flèche droite 14"/>
          <p:cNvSpPr/>
          <p:nvPr/>
        </p:nvSpPr>
        <p:spPr>
          <a:xfrm>
            <a:off x="5842397" y="2286160"/>
            <a:ext cx="931817" cy="312138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150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5631" y="452718"/>
            <a:ext cx="8956879" cy="1291676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LES COMMANTAIRES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05631" y="1575583"/>
            <a:ext cx="9607178" cy="4672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  </a:t>
            </a:r>
            <a:r>
              <a:rPr lang="fr-FR" sz="381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&lt;!-- Voici un commentaire en HTML --&gt;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				</a:t>
            </a:r>
            <a:r>
              <a:rPr lang="fr-FR" sz="3429" dirty="0"/>
              <a:t>Tout le monde peut voir votre code HTML ! N’écrivez donc pas d’infos sensibles en commentaires comme des mots de passe !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Interdiction 3"/>
          <p:cNvSpPr/>
          <p:nvPr/>
        </p:nvSpPr>
        <p:spPr>
          <a:xfrm>
            <a:off x="1857831" y="2856914"/>
            <a:ext cx="1259393" cy="1055077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18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465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905631" y="452719"/>
            <a:ext cx="8956879" cy="785239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EXEMPLE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05630" y="1237958"/>
            <a:ext cx="8955945" cy="55004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</a:rPr>
              <a:t>&lt;!DOCTYPE html&gt;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</a:rPr>
              <a:t>&lt;html&gt;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</a:rPr>
              <a:t>    &lt;</a:t>
            </a:r>
            <a:r>
              <a:rPr lang="fr-FR" b="1" dirty="0" err="1">
                <a:solidFill>
                  <a:schemeClr val="bg1"/>
                </a:solidFill>
              </a:rPr>
              <a:t>head</a:t>
            </a:r>
            <a:r>
              <a:rPr lang="fr-FR" b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r>
              <a:rPr lang="fr-FR" b="1" dirty="0"/>
              <a:t>        </a:t>
            </a:r>
            <a:r>
              <a:rPr lang="fr-FR" b="1" dirty="0">
                <a:solidFill>
                  <a:schemeClr val="bg1"/>
                </a:solidFill>
              </a:rPr>
              <a:t>&lt;</a:t>
            </a:r>
            <a:r>
              <a:rPr lang="fr-FR" b="1" dirty="0" err="1">
                <a:solidFill>
                  <a:schemeClr val="bg1"/>
                </a:solidFill>
              </a:rPr>
              <a:t>title</a:t>
            </a:r>
            <a:r>
              <a:rPr lang="fr-FR" b="1" dirty="0">
                <a:solidFill>
                  <a:schemeClr val="bg1"/>
                </a:solidFill>
              </a:rPr>
              <a:t>&gt; </a:t>
            </a:r>
            <a:r>
              <a:rPr lang="fr-FR" b="1" dirty="0"/>
              <a:t>Première page HTML </a:t>
            </a:r>
            <a:r>
              <a:rPr lang="fr-FR" b="1" dirty="0">
                <a:solidFill>
                  <a:schemeClr val="bg1"/>
                </a:solidFill>
              </a:rPr>
              <a:t>&lt;/</a:t>
            </a:r>
            <a:r>
              <a:rPr lang="fr-FR" b="1" dirty="0" err="1">
                <a:solidFill>
                  <a:schemeClr val="bg1"/>
                </a:solidFill>
              </a:rPr>
              <a:t>title</a:t>
            </a:r>
            <a:r>
              <a:rPr lang="fr-FR" b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r>
              <a:rPr lang="fr-FR" b="1" dirty="0"/>
              <a:t>        </a:t>
            </a:r>
            <a:r>
              <a:rPr lang="fr-FR" b="1" dirty="0">
                <a:solidFill>
                  <a:schemeClr val="bg1"/>
                </a:solidFill>
              </a:rPr>
              <a:t>&lt;</a:t>
            </a:r>
            <a:r>
              <a:rPr lang="fr-FR" b="1" dirty="0" err="1">
                <a:solidFill>
                  <a:schemeClr val="bg1"/>
                </a:solidFill>
              </a:rPr>
              <a:t>meta</a:t>
            </a:r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b="1" dirty="0" err="1">
                <a:solidFill>
                  <a:srgbClr val="00B0F0"/>
                </a:solidFill>
              </a:rPr>
              <a:t>charset</a:t>
            </a:r>
            <a:r>
              <a:rPr lang="fr-FR" b="1" dirty="0">
                <a:solidFill>
                  <a:srgbClr val="00B0F0"/>
                </a:solidFill>
              </a:rPr>
              <a:t>= "utf-8" </a:t>
            </a:r>
            <a:r>
              <a:rPr lang="fr-FR" b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r>
              <a:rPr lang="fr-FR" b="1" dirty="0"/>
              <a:t>    </a:t>
            </a:r>
            <a:r>
              <a:rPr lang="fr-FR" b="1" dirty="0">
                <a:solidFill>
                  <a:schemeClr val="bg1"/>
                </a:solidFill>
              </a:rPr>
              <a:t>&lt;/</a:t>
            </a:r>
            <a:r>
              <a:rPr lang="fr-FR" b="1" dirty="0" err="1">
                <a:solidFill>
                  <a:schemeClr val="bg1"/>
                </a:solidFill>
              </a:rPr>
              <a:t>head</a:t>
            </a:r>
            <a:r>
              <a:rPr lang="fr-FR" b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    </a:t>
            </a:r>
            <a:r>
              <a:rPr lang="fr-FR" b="1" dirty="0">
                <a:solidFill>
                  <a:schemeClr val="bg1"/>
                </a:solidFill>
              </a:rPr>
              <a:t>&lt;body&gt;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bg1"/>
                </a:solidFill>
              </a:rPr>
              <a:t>&lt; !– </a:t>
            </a:r>
            <a:r>
              <a:rPr lang="fr-FR" b="1" dirty="0"/>
              <a:t>Ceci est un </a:t>
            </a:r>
            <a:r>
              <a:rPr lang="fr-FR" b="1" dirty="0" err="1"/>
              <a:t>commantaire</a:t>
            </a:r>
            <a:r>
              <a:rPr lang="fr-FR" b="1" dirty="0"/>
              <a:t> </a:t>
            </a:r>
            <a:r>
              <a:rPr lang="fr-FR" b="1" dirty="0">
                <a:solidFill>
                  <a:schemeClr val="bg1"/>
                </a:solidFill>
              </a:rPr>
              <a:t>-- &gt;</a:t>
            </a:r>
          </a:p>
          <a:p>
            <a:pPr marL="0" indent="0">
              <a:buNone/>
            </a:pPr>
            <a:r>
              <a:rPr lang="fr-FR" b="1" dirty="0"/>
              <a:t>        </a:t>
            </a:r>
            <a:r>
              <a:rPr lang="fr-FR" b="1" dirty="0">
                <a:solidFill>
                  <a:schemeClr val="bg1"/>
                </a:solidFill>
              </a:rPr>
              <a:t>&lt;h1&gt; </a:t>
            </a:r>
            <a:r>
              <a:rPr lang="fr-FR" b="1" dirty="0"/>
              <a:t>Je viens d'écrire un titre en HTML ! </a:t>
            </a:r>
            <a:r>
              <a:rPr lang="fr-FR" b="1" dirty="0">
                <a:solidFill>
                  <a:schemeClr val="bg1"/>
                </a:solidFill>
              </a:rPr>
              <a:t>&lt;/h1&gt;</a:t>
            </a:r>
          </a:p>
          <a:p>
            <a:pPr marL="0" indent="0">
              <a:buNone/>
            </a:pPr>
            <a:r>
              <a:rPr lang="fr-FR" b="1" dirty="0"/>
              <a:t>       </a:t>
            </a:r>
            <a:r>
              <a:rPr lang="fr-FR" b="1" dirty="0">
                <a:solidFill>
                  <a:schemeClr val="bg1"/>
                </a:solidFill>
              </a:rPr>
              <a:t> &lt;p&gt; </a:t>
            </a:r>
            <a:r>
              <a:rPr lang="fr-FR" b="1" dirty="0"/>
              <a:t>Et voilà mon premier paragraphe :) </a:t>
            </a:r>
            <a:r>
              <a:rPr lang="fr-FR" b="1" dirty="0">
                <a:solidFill>
                  <a:schemeClr val="bg1"/>
                </a:solidFill>
              </a:rPr>
              <a:t>&lt;/p&gt;</a:t>
            </a:r>
          </a:p>
          <a:p>
            <a:pPr marL="0" indent="0">
              <a:buNone/>
            </a:pPr>
            <a:r>
              <a:rPr lang="fr-FR" b="1" dirty="0"/>
              <a:t>    </a:t>
            </a:r>
            <a:r>
              <a:rPr lang="fr-FR" b="1" dirty="0">
                <a:solidFill>
                  <a:schemeClr val="bg1"/>
                </a:solidFill>
              </a:rPr>
              <a:t>&lt;/body&gt;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</a:rPr>
              <a:t>&lt;/html&gt;</a:t>
            </a:r>
          </a:p>
        </p:txBody>
      </p:sp>
      <p:graphicFrame>
        <p:nvGraphicFramePr>
          <p:cNvPr id="7" name="Diagramme 6"/>
          <p:cNvGraphicFramePr/>
          <p:nvPr>
            <p:extLst>
              <p:ext uri="{D42A27DB-BD31-4B8C-83A1-F6EECF244321}">
                <p14:modId xmlns:p14="http://schemas.microsoft.com/office/powerpoint/2010/main" val="4096167130"/>
              </p:ext>
            </p:extLst>
          </p:nvPr>
        </p:nvGraphicFramePr>
        <p:xfrm>
          <a:off x="3672487" y="3235570"/>
          <a:ext cx="3021949" cy="1284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Imag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371" y="1896586"/>
            <a:ext cx="5247472" cy="3789138"/>
          </a:xfrm>
          <a:prstGeom prst="rect">
            <a:avLst/>
          </a:prstGeom>
        </p:spPr>
      </p:pic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19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374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4697" y="89303"/>
            <a:ext cx="8956879" cy="836821"/>
          </a:xfrm>
        </p:spPr>
        <p:txBody>
          <a:bodyPr/>
          <a:lstStyle/>
          <a:p>
            <a:r>
              <a:rPr lang="fr-FR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LES LISTES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3584" y="1153550"/>
            <a:ext cx="10818725" cy="570445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	Les listes HTML vont nous permettre d’ordonner du contenu</a:t>
            </a:r>
            <a:r>
              <a:rPr lang="fr-FR" dirty="0"/>
              <a:t> en l’affichant sous forme de liste.</a:t>
            </a:r>
          </a:p>
        </p:txBody>
      </p:sp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319836117"/>
              </p:ext>
            </p:extLst>
          </p:nvPr>
        </p:nvGraphicFramePr>
        <p:xfrm>
          <a:off x="1920352" y="1652955"/>
          <a:ext cx="6884982" cy="4719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20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995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Les listes non-ordonnées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05631" y="1195754"/>
            <a:ext cx="9888532" cy="5416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accent2"/>
                </a:solidFill>
              </a:rPr>
              <a:t>    </a:t>
            </a:r>
            <a:r>
              <a:rPr lang="fr-FR" dirty="0"/>
              <a:t>...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    </a:t>
            </a:r>
            <a:r>
              <a:rPr lang="fr-FR" b="1" dirty="0">
                <a:solidFill>
                  <a:schemeClr val="bg1"/>
                </a:solidFill>
              </a:rPr>
              <a:t>&lt;body&gt;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        </a:t>
            </a:r>
            <a:r>
              <a:rPr lang="fr-FR" b="1" dirty="0">
                <a:solidFill>
                  <a:schemeClr val="bg1"/>
                </a:solidFill>
              </a:rPr>
              <a:t>&lt;h1&gt; </a:t>
            </a:r>
            <a:r>
              <a:rPr lang="fr-FR" b="1" dirty="0"/>
              <a:t>Les listes </a:t>
            </a:r>
            <a:r>
              <a:rPr lang="fr-FR" b="1" dirty="0">
                <a:solidFill>
                  <a:schemeClr val="bg1"/>
                </a:solidFill>
              </a:rPr>
              <a:t>&lt;/h1&gt;</a:t>
            </a:r>
          </a:p>
          <a:p>
            <a:pPr marL="0" indent="0">
              <a:buNone/>
            </a:pPr>
            <a:endParaRPr lang="fr-FR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       </a:t>
            </a:r>
            <a:r>
              <a:rPr lang="fr-FR" b="1" dirty="0">
                <a:solidFill>
                  <a:schemeClr val="bg1"/>
                </a:solidFill>
              </a:rPr>
              <a:t> &lt;!-- </a:t>
            </a:r>
            <a:r>
              <a:rPr lang="fr-FR" b="1" dirty="0"/>
              <a:t>Un exemple de liste non-ordonnée </a:t>
            </a:r>
            <a:r>
              <a:rPr lang="fr-FR" b="1" dirty="0">
                <a:solidFill>
                  <a:schemeClr val="bg1"/>
                </a:solidFill>
              </a:rPr>
              <a:t>--&gt;</a:t>
            </a:r>
          </a:p>
          <a:p>
            <a:pPr marL="0" indent="0">
              <a:buNone/>
            </a:pPr>
            <a:r>
              <a:rPr lang="fr-FR" sz="2200" b="1" dirty="0">
                <a:solidFill>
                  <a:schemeClr val="accent2"/>
                </a:solidFill>
              </a:rPr>
              <a:t>        </a:t>
            </a:r>
            <a:r>
              <a:rPr lang="fr-FR" sz="2200" b="1" dirty="0">
                <a:solidFill>
                  <a:schemeClr val="bg1"/>
                </a:solidFill>
              </a:rPr>
              <a:t>&lt;</a:t>
            </a:r>
            <a:r>
              <a:rPr lang="fr-FR" sz="2200" b="1" dirty="0" err="1">
                <a:solidFill>
                  <a:schemeClr val="bg1"/>
                </a:solidFill>
              </a:rPr>
              <a:t>ul</a:t>
            </a:r>
            <a:r>
              <a:rPr lang="fr-FR" sz="2200" b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r>
              <a:rPr lang="fr-FR" sz="2200" b="1" dirty="0">
                <a:solidFill>
                  <a:schemeClr val="accent2"/>
                </a:solidFill>
              </a:rPr>
              <a:t>            </a:t>
            </a:r>
            <a:r>
              <a:rPr lang="fr-FR" sz="2200" b="1" dirty="0">
                <a:solidFill>
                  <a:schemeClr val="bg1"/>
                </a:solidFill>
              </a:rPr>
              <a:t>&lt;li&gt;</a:t>
            </a:r>
            <a:r>
              <a:rPr lang="fr-FR" sz="2200" b="1" dirty="0"/>
              <a:t>Pomme</a:t>
            </a:r>
            <a:r>
              <a:rPr lang="fr-FR" sz="2200" b="1" dirty="0">
                <a:solidFill>
                  <a:schemeClr val="bg1"/>
                </a:solidFill>
              </a:rPr>
              <a:t>&lt;/li&gt;</a:t>
            </a:r>
          </a:p>
          <a:p>
            <a:pPr marL="0" indent="0">
              <a:buNone/>
            </a:pPr>
            <a:r>
              <a:rPr lang="fr-FR" sz="2200" b="1" dirty="0">
                <a:solidFill>
                  <a:schemeClr val="accent2"/>
                </a:solidFill>
              </a:rPr>
              <a:t>            </a:t>
            </a:r>
            <a:r>
              <a:rPr lang="fr-FR" sz="2200" b="1" dirty="0">
                <a:solidFill>
                  <a:schemeClr val="bg1"/>
                </a:solidFill>
              </a:rPr>
              <a:t>&lt;li&gt; </a:t>
            </a:r>
            <a:r>
              <a:rPr lang="fr-FR" sz="2200" b="1" dirty="0"/>
              <a:t>Vélo </a:t>
            </a:r>
            <a:r>
              <a:rPr lang="fr-FR" sz="2200" b="1" dirty="0">
                <a:solidFill>
                  <a:schemeClr val="bg1"/>
                </a:solidFill>
              </a:rPr>
              <a:t>&lt;/li&gt;</a:t>
            </a:r>
          </a:p>
          <a:p>
            <a:pPr marL="0" indent="0">
              <a:buNone/>
            </a:pPr>
            <a:r>
              <a:rPr lang="fr-FR" sz="2200" b="1" dirty="0">
                <a:solidFill>
                  <a:schemeClr val="accent2"/>
                </a:solidFill>
              </a:rPr>
              <a:t>            </a:t>
            </a:r>
            <a:r>
              <a:rPr lang="fr-FR" sz="2200" b="1" dirty="0">
                <a:solidFill>
                  <a:schemeClr val="bg1"/>
                </a:solidFill>
              </a:rPr>
              <a:t>&lt;li&gt;</a:t>
            </a:r>
            <a:r>
              <a:rPr lang="fr-FR" sz="2200" b="1" dirty="0"/>
              <a:t>Guitare</a:t>
            </a:r>
            <a:r>
              <a:rPr lang="fr-FR" sz="2200" b="1" dirty="0">
                <a:solidFill>
                  <a:schemeClr val="bg1"/>
                </a:solidFill>
              </a:rPr>
              <a:t>&lt;/li&gt;</a:t>
            </a:r>
          </a:p>
          <a:p>
            <a:pPr marL="0" indent="0">
              <a:buNone/>
            </a:pPr>
            <a:r>
              <a:rPr lang="fr-FR" sz="2200" b="1" dirty="0">
                <a:solidFill>
                  <a:schemeClr val="accent2"/>
                </a:solidFill>
              </a:rPr>
              <a:t>        </a:t>
            </a:r>
            <a:r>
              <a:rPr lang="fr-FR" sz="2200" b="1" dirty="0">
                <a:solidFill>
                  <a:schemeClr val="bg1"/>
                </a:solidFill>
              </a:rPr>
              <a:t>&lt;/</a:t>
            </a:r>
            <a:r>
              <a:rPr lang="fr-FR" sz="2200" b="1" dirty="0" err="1">
                <a:solidFill>
                  <a:schemeClr val="bg1"/>
                </a:solidFill>
              </a:rPr>
              <a:t>ul</a:t>
            </a:r>
            <a:r>
              <a:rPr lang="fr-FR" sz="2200" b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    </a:t>
            </a:r>
            <a:r>
              <a:rPr lang="fr-FR" b="1" dirty="0">
                <a:solidFill>
                  <a:schemeClr val="bg1"/>
                </a:solidFill>
              </a:rPr>
              <a:t>&lt;/body&gt;</a:t>
            </a:r>
          </a:p>
          <a:p>
            <a:pPr marL="0" indent="0">
              <a:buNone/>
            </a:pPr>
            <a:r>
              <a:rPr lang="fr-FR" dirty="0"/>
              <a:t>	…</a:t>
            </a:r>
          </a:p>
        </p:txBody>
      </p:sp>
      <p:sp>
        <p:nvSpPr>
          <p:cNvPr id="4" name="Accolade fermante 3"/>
          <p:cNvSpPr/>
          <p:nvPr/>
        </p:nvSpPr>
        <p:spPr>
          <a:xfrm>
            <a:off x="3465567" y="3467686"/>
            <a:ext cx="1206471" cy="190617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5" name="Flèche droite à entaille 4"/>
          <p:cNvSpPr/>
          <p:nvPr/>
        </p:nvSpPr>
        <p:spPr>
          <a:xfrm>
            <a:off x="4538058" y="4072949"/>
            <a:ext cx="2920051" cy="695647"/>
          </a:xfrm>
          <a:prstGeom prst="notchedRightArrow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111" y="3133577"/>
            <a:ext cx="3202075" cy="2574388"/>
          </a:xfrm>
          <a:prstGeom prst="rect">
            <a:avLst/>
          </a:prstGeom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21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169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5631" y="267287"/>
            <a:ext cx="8956879" cy="984739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Les listes ordonnées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05631" y="1378635"/>
            <a:ext cx="10089500" cy="52472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dirty="0"/>
              <a:t>     …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bg1"/>
                </a:solidFill>
              </a:rPr>
              <a:t>&lt;body&gt;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        </a:t>
            </a:r>
            <a:r>
              <a:rPr lang="fr-FR" b="1" dirty="0">
                <a:solidFill>
                  <a:schemeClr val="bg1"/>
                </a:solidFill>
              </a:rPr>
              <a:t>&lt;h1&gt; </a:t>
            </a:r>
            <a:r>
              <a:rPr lang="fr-FR" b="1" dirty="0"/>
              <a:t>ma listes </a:t>
            </a:r>
            <a:r>
              <a:rPr lang="fr-FR" b="1" dirty="0">
                <a:solidFill>
                  <a:schemeClr val="bg1"/>
                </a:solidFill>
              </a:rPr>
              <a:t>&lt;/h1&gt;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        </a:t>
            </a:r>
            <a:r>
              <a:rPr lang="fr-FR" b="1" dirty="0">
                <a:solidFill>
                  <a:schemeClr val="bg1"/>
                </a:solidFill>
              </a:rPr>
              <a:t>&lt;!--</a:t>
            </a:r>
            <a:r>
              <a:rPr lang="fr-FR" b="1" dirty="0">
                <a:solidFill>
                  <a:schemeClr val="accent2"/>
                </a:solidFill>
              </a:rPr>
              <a:t> </a:t>
            </a:r>
            <a:r>
              <a:rPr lang="fr-FR" b="1" dirty="0"/>
              <a:t>Deux exemples de listes ordonnées </a:t>
            </a:r>
            <a:r>
              <a:rPr lang="fr-FR" b="1" dirty="0">
                <a:solidFill>
                  <a:schemeClr val="bg1"/>
                </a:solidFill>
              </a:rPr>
              <a:t>--&gt;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        </a:t>
            </a:r>
            <a:r>
              <a:rPr lang="fr-FR" b="1" dirty="0">
                <a:solidFill>
                  <a:schemeClr val="bg1"/>
                </a:solidFill>
              </a:rPr>
              <a:t>&lt;p&gt; </a:t>
            </a:r>
            <a:r>
              <a:rPr lang="fr-FR" b="1" dirty="0"/>
              <a:t>Liste n°1 : </a:t>
            </a:r>
            <a:r>
              <a:rPr lang="fr-FR" b="1" dirty="0">
                <a:solidFill>
                  <a:schemeClr val="bg1"/>
                </a:solidFill>
              </a:rPr>
              <a:t>&lt;/p&gt;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        </a:t>
            </a:r>
            <a:r>
              <a:rPr lang="fr-FR" sz="2200" b="1" dirty="0">
                <a:solidFill>
                  <a:schemeClr val="bg1"/>
                </a:solidFill>
              </a:rPr>
              <a:t>&lt;</a:t>
            </a:r>
            <a:r>
              <a:rPr lang="fr-FR" sz="2200" b="1" dirty="0" err="1">
                <a:solidFill>
                  <a:schemeClr val="bg1"/>
                </a:solidFill>
              </a:rPr>
              <a:t>ol</a:t>
            </a:r>
            <a:r>
              <a:rPr lang="fr-FR" sz="2200" b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r>
              <a:rPr lang="fr-FR" sz="2200" b="1" dirty="0">
                <a:solidFill>
                  <a:schemeClr val="accent2"/>
                </a:solidFill>
              </a:rPr>
              <a:t>            </a:t>
            </a:r>
            <a:r>
              <a:rPr lang="fr-FR" sz="2200" b="1" dirty="0">
                <a:solidFill>
                  <a:schemeClr val="bg1"/>
                </a:solidFill>
              </a:rPr>
              <a:t>&lt;li&gt; </a:t>
            </a:r>
            <a:r>
              <a:rPr lang="fr-FR" sz="2200" b="1" dirty="0"/>
              <a:t>On naît </a:t>
            </a:r>
            <a:r>
              <a:rPr lang="fr-FR" sz="2200" b="1" dirty="0">
                <a:solidFill>
                  <a:schemeClr val="bg1"/>
                </a:solidFill>
              </a:rPr>
              <a:t>&lt;/li&gt;</a:t>
            </a:r>
          </a:p>
          <a:p>
            <a:pPr marL="0" indent="0">
              <a:buNone/>
            </a:pPr>
            <a:r>
              <a:rPr lang="fr-FR" sz="2200" b="1" dirty="0">
                <a:solidFill>
                  <a:schemeClr val="accent2"/>
                </a:solidFill>
              </a:rPr>
              <a:t>            </a:t>
            </a:r>
            <a:r>
              <a:rPr lang="fr-FR" sz="2200" b="1" dirty="0">
                <a:solidFill>
                  <a:schemeClr val="bg1"/>
                </a:solidFill>
              </a:rPr>
              <a:t>&lt;li&gt; </a:t>
            </a:r>
            <a:r>
              <a:rPr lang="fr-FR" sz="2200" b="1" dirty="0"/>
              <a:t>On grandit </a:t>
            </a:r>
            <a:r>
              <a:rPr lang="fr-FR" sz="2200" b="1" dirty="0">
                <a:solidFill>
                  <a:schemeClr val="bg1"/>
                </a:solidFill>
              </a:rPr>
              <a:t>&lt;/li&gt;</a:t>
            </a:r>
          </a:p>
          <a:p>
            <a:pPr marL="0" indent="0">
              <a:buNone/>
            </a:pPr>
            <a:r>
              <a:rPr lang="fr-FR" sz="2200" b="1" dirty="0">
                <a:solidFill>
                  <a:schemeClr val="bg1"/>
                </a:solidFill>
              </a:rPr>
              <a:t>            &lt;li&gt; </a:t>
            </a:r>
            <a:r>
              <a:rPr lang="fr-FR" sz="2200" b="1" dirty="0"/>
              <a:t>On meurt </a:t>
            </a:r>
            <a:r>
              <a:rPr lang="fr-FR" sz="2200" b="1" dirty="0">
                <a:solidFill>
                  <a:schemeClr val="bg1"/>
                </a:solidFill>
              </a:rPr>
              <a:t>&lt;/li&gt;</a:t>
            </a:r>
          </a:p>
          <a:p>
            <a:pPr marL="0" indent="0">
              <a:buNone/>
            </a:pPr>
            <a:r>
              <a:rPr lang="fr-FR" sz="2200" b="1" dirty="0">
                <a:solidFill>
                  <a:schemeClr val="bg1"/>
                </a:solidFill>
              </a:rPr>
              <a:t>        &lt;/</a:t>
            </a:r>
            <a:r>
              <a:rPr lang="fr-FR" sz="2200" b="1" dirty="0" err="1">
                <a:solidFill>
                  <a:schemeClr val="bg1"/>
                </a:solidFill>
              </a:rPr>
              <a:t>ol</a:t>
            </a:r>
            <a:r>
              <a:rPr lang="fr-FR" sz="2200" b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bg1"/>
                </a:solidFill>
              </a:rPr>
              <a:t>&lt; /body&gt;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2"/>
                </a:solidFill>
              </a:rPr>
              <a:t>	</a:t>
            </a:r>
            <a:r>
              <a:rPr lang="fr-FR" dirty="0"/>
              <a:t>…</a:t>
            </a:r>
          </a:p>
          <a:p>
            <a:pPr marL="0" indent="0">
              <a:buNone/>
            </a:pPr>
            <a:r>
              <a:rPr lang="fr-FR" dirty="0"/>
              <a:t>	</a:t>
            </a:r>
          </a:p>
          <a:p>
            <a:pPr marL="0" indent="0">
              <a:buNone/>
            </a:pPr>
            <a:r>
              <a:rPr lang="fr-FR" sz="1714" dirty="0"/>
              <a:t>    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365" y="3523956"/>
            <a:ext cx="1318011" cy="209608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394" y="3123029"/>
            <a:ext cx="3446445" cy="2897944"/>
          </a:xfrm>
          <a:prstGeom prst="rect">
            <a:avLst/>
          </a:prstGeom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22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Flèche droite à entaille 7"/>
          <p:cNvSpPr/>
          <p:nvPr/>
        </p:nvSpPr>
        <p:spPr>
          <a:xfrm>
            <a:off x="5191342" y="4224177"/>
            <a:ext cx="2920051" cy="695647"/>
          </a:xfrm>
          <a:prstGeom prst="notchedRightArrow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598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78836" y="185432"/>
            <a:ext cx="8956879" cy="911848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Les listes de définitions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640" y="900333"/>
            <a:ext cx="11171533" cy="59576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667" b="1" u="sng" dirty="0" err="1">
                <a:solidFill>
                  <a:srgbClr val="FF0000"/>
                </a:solidFill>
              </a:rPr>
              <a:t>Role</a:t>
            </a:r>
            <a:r>
              <a:rPr lang="fr-FR" sz="2667" b="1" dirty="0">
                <a:solidFill>
                  <a:srgbClr val="FF0000"/>
                </a:solidFill>
              </a:rPr>
              <a:t> : </a:t>
            </a:r>
          </a:p>
          <a:p>
            <a:pPr marL="0" indent="0">
              <a:buNone/>
            </a:pPr>
            <a:r>
              <a:rPr lang="fr-FR" sz="2667" b="1" dirty="0">
                <a:solidFill>
                  <a:srgbClr val="FF0000"/>
                </a:solidFill>
              </a:rPr>
              <a:t>			</a:t>
            </a:r>
            <a:r>
              <a:rPr lang="fr-FR" sz="2667" dirty="0"/>
              <a:t>Lister des termes et ajouter des définitions ou descriptions pour chacun de ces termes.</a:t>
            </a:r>
            <a:endParaRPr lang="fr-FR" sz="2667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sz="2667" b="1" dirty="0">
                <a:solidFill>
                  <a:schemeClr val="bg1"/>
                </a:solidFill>
              </a:rPr>
              <a:t>…</a:t>
            </a:r>
          </a:p>
          <a:p>
            <a:pPr marL="0" indent="0">
              <a:buNone/>
            </a:pPr>
            <a:r>
              <a:rPr lang="fr-FR" sz="2667" b="1" dirty="0">
                <a:solidFill>
                  <a:schemeClr val="bg1"/>
                </a:solidFill>
              </a:rPr>
              <a:t>&lt;body&gt;</a:t>
            </a:r>
          </a:p>
          <a:p>
            <a:pPr marL="0" indent="0">
              <a:buNone/>
            </a:pPr>
            <a:r>
              <a:rPr lang="fr-FR" sz="2667" b="1" dirty="0">
                <a:solidFill>
                  <a:schemeClr val="accent2"/>
                </a:solidFill>
              </a:rPr>
              <a:t>        </a:t>
            </a:r>
            <a:r>
              <a:rPr lang="fr-FR" sz="2667" b="1" dirty="0">
                <a:solidFill>
                  <a:schemeClr val="bg1"/>
                </a:solidFill>
              </a:rPr>
              <a:t>&lt;h1&gt; </a:t>
            </a:r>
            <a:r>
              <a:rPr lang="fr-FR" sz="2667" b="1" dirty="0"/>
              <a:t>Les listes </a:t>
            </a:r>
            <a:r>
              <a:rPr lang="fr-FR" sz="2667" b="1" dirty="0">
                <a:solidFill>
                  <a:schemeClr val="bg1"/>
                </a:solidFill>
              </a:rPr>
              <a:t>&lt;/h1&gt;</a:t>
            </a:r>
          </a:p>
          <a:p>
            <a:pPr marL="0" indent="0">
              <a:buNone/>
            </a:pPr>
            <a:endParaRPr lang="fr-FR" sz="2667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fr-FR" sz="2667" b="1" dirty="0">
                <a:solidFill>
                  <a:schemeClr val="accent2"/>
                </a:solidFill>
              </a:rPr>
              <a:t>        </a:t>
            </a:r>
            <a:r>
              <a:rPr lang="fr-FR" sz="2667" b="1" dirty="0">
                <a:solidFill>
                  <a:schemeClr val="bg1"/>
                </a:solidFill>
              </a:rPr>
              <a:t>&lt;!--</a:t>
            </a:r>
            <a:r>
              <a:rPr lang="fr-FR" sz="2667" b="1" dirty="0"/>
              <a:t>Une liste de définition </a:t>
            </a:r>
            <a:r>
              <a:rPr lang="fr-FR" sz="2667" b="1" dirty="0">
                <a:solidFill>
                  <a:schemeClr val="bg1"/>
                </a:solidFill>
              </a:rPr>
              <a:t>--&gt;</a:t>
            </a:r>
          </a:p>
          <a:p>
            <a:pPr marL="0" indent="0">
              <a:buNone/>
            </a:pPr>
            <a:r>
              <a:rPr lang="fr-FR" sz="2667" b="1" dirty="0">
                <a:solidFill>
                  <a:schemeClr val="accent2"/>
                </a:solidFill>
              </a:rPr>
              <a:t>        </a:t>
            </a:r>
            <a:r>
              <a:rPr lang="fr-FR" sz="2667" b="1" dirty="0">
                <a:solidFill>
                  <a:schemeClr val="bg1"/>
                </a:solidFill>
              </a:rPr>
              <a:t>&lt;dl&gt;</a:t>
            </a:r>
          </a:p>
          <a:p>
            <a:pPr marL="0" indent="0">
              <a:buNone/>
            </a:pPr>
            <a:r>
              <a:rPr lang="fr-FR" sz="2667" b="1" dirty="0">
                <a:solidFill>
                  <a:schemeClr val="accent2"/>
                </a:solidFill>
              </a:rPr>
              <a:t>            </a:t>
            </a:r>
            <a:r>
              <a:rPr lang="fr-FR" sz="2667" b="1" dirty="0">
                <a:solidFill>
                  <a:schemeClr val="bg1"/>
                </a:solidFill>
              </a:rPr>
              <a:t>&lt;</a:t>
            </a:r>
            <a:r>
              <a:rPr lang="fr-FR" sz="2667" b="1" dirty="0" err="1">
                <a:solidFill>
                  <a:schemeClr val="bg1"/>
                </a:solidFill>
              </a:rPr>
              <a:t>dt</a:t>
            </a:r>
            <a:r>
              <a:rPr lang="fr-FR" sz="2667" b="1" dirty="0">
                <a:solidFill>
                  <a:schemeClr val="bg1"/>
                </a:solidFill>
              </a:rPr>
              <a:t>&gt;</a:t>
            </a:r>
            <a:r>
              <a:rPr lang="fr-FR" sz="2667" b="1" dirty="0"/>
              <a:t>HTML : </a:t>
            </a:r>
            <a:r>
              <a:rPr lang="fr-FR" sz="2667" b="1" dirty="0">
                <a:solidFill>
                  <a:schemeClr val="bg1"/>
                </a:solidFill>
              </a:rPr>
              <a:t>&lt;/</a:t>
            </a:r>
            <a:r>
              <a:rPr lang="fr-FR" sz="2667" b="1" dirty="0" err="1">
                <a:solidFill>
                  <a:schemeClr val="bg1"/>
                </a:solidFill>
              </a:rPr>
              <a:t>dt</a:t>
            </a:r>
            <a:r>
              <a:rPr lang="fr-FR" sz="2667" b="1" dirty="0">
                <a:solidFill>
                  <a:schemeClr val="bg1"/>
                </a:solidFill>
              </a:rPr>
              <a:t>&gt; </a:t>
            </a:r>
          </a:p>
          <a:p>
            <a:pPr marL="0" indent="0">
              <a:buNone/>
            </a:pPr>
            <a:r>
              <a:rPr lang="fr-FR" sz="2667" b="1" dirty="0">
                <a:solidFill>
                  <a:schemeClr val="accent2"/>
                </a:solidFill>
              </a:rPr>
              <a:t>            </a:t>
            </a:r>
            <a:r>
              <a:rPr lang="fr-FR" sz="2667" b="1" dirty="0">
                <a:solidFill>
                  <a:schemeClr val="bg1"/>
                </a:solidFill>
              </a:rPr>
              <a:t>&lt;dd&gt; </a:t>
            </a:r>
            <a:r>
              <a:rPr lang="fr-FR" sz="2667" b="1" dirty="0"/>
              <a:t>HyperText </a:t>
            </a:r>
            <a:r>
              <a:rPr lang="fr-FR" sz="2667" b="1" dirty="0" err="1"/>
              <a:t>Markup</a:t>
            </a:r>
            <a:r>
              <a:rPr lang="fr-FR" sz="2667" b="1" dirty="0"/>
              <a:t> </a:t>
            </a:r>
            <a:r>
              <a:rPr lang="fr-FR" sz="2667" b="1" dirty="0" err="1"/>
              <a:t>Language</a:t>
            </a:r>
            <a:r>
              <a:rPr lang="fr-FR" sz="2667" b="1" dirty="0"/>
              <a:t> </a:t>
            </a:r>
            <a:r>
              <a:rPr lang="fr-FR" sz="2667" b="1" dirty="0">
                <a:solidFill>
                  <a:schemeClr val="bg1"/>
                </a:solidFill>
              </a:rPr>
              <a:t>&lt;/dd&gt;</a:t>
            </a:r>
          </a:p>
          <a:p>
            <a:pPr marL="0" indent="0">
              <a:buNone/>
            </a:pPr>
            <a:r>
              <a:rPr lang="fr-FR" sz="2667" b="1" dirty="0">
                <a:solidFill>
                  <a:schemeClr val="accent2"/>
                </a:solidFill>
              </a:rPr>
              <a:t>        </a:t>
            </a:r>
            <a:r>
              <a:rPr lang="fr-FR" sz="2667" b="1" dirty="0">
                <a:solidFill>
                  <a:schemeClr val="bg1"/>
                </a:solidFill>
              </a:rPr>
              <a:t>&lt;/dl&gt;</a:t>
            </a:r>
          </a:p>
          <a:p>
            <a:pPr marL="0" indent="0">
              <a:buNone/>
            </a:pPr>
            <a:r>
              <a:rPr lang="fr-FR" sz="2667" b="1" dirty="0">
                <a:solidFill>
                  <a:schemeClr val="accent2"/>
                </a:solidFill>
              </a:rPr>
              <a:t>    </a:t>
            </a:r>
            <a:r>
              <a:rPr lang="fr-FR" sz="2667" b="1" dirty="0">
                <a:solidFill>
                  <a:schemeClr val="bg1"/>
                </a:solidFill>
              </a:rPr>
              <a:t>&lt;/body&gt;</a:t>
            </a:r>
          </a:p>
          <a:p>
            <a:pPr marL="0" indent="0">
              <a:buNone/>
            </a:pPr>
            <a:r>
              <a:rPr lang="fr-FR" sz="2667" b="1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4" name="Accolade ouvrante 3"/>
          <p:cNvSpPr/>
          <p:nvPr/>
        </p:nvSpPr>
        <p:spPr>
          <a:xfrm>
            <a:off x="973573" y="4164038"/>
            <a:ext cx="393183" cy="147710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6658" y="4658572"/>
            <a:ext cx="1638529" cy="326617"/>
          </a:xfrm>
          <a:prstGeom prst="rect">
            <a:avLst/>
          </a:prstGeom>
        </p:spPr>
      </p:pic>
      <p:sp>
        <p:nvSpPr>
          <p:cNvPr id="9" name="Flèche droite à entaille 8"/>
          <p:cNvSpPr/>
          <p:nvPr/>
        </p:nvSpPr>
        <p:spPr>
          <a:xfrm>
            <a:off x="4320668" y="4423860"/>
            <a:ext cx="931817" cy="484632"/>
          </a:xfrm>
          <a:prstGeom prst="notchedRightArrow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278677" y="4133094"/>
            <a:ext cx="2082688" cy="899976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714" b="1" dirty="0">
                <a:solidFill>
                  <a:prstClr val="white"/>
                </a:solidFill>
              </a:rPr>
              <a:t>Terme de description</a:t>
            </a:r>
          </a:p>
        </p:txBody>
      </p:sp>
      <p:sp>
        <p:nvSpPr>
          <p:cNvPr id="14" name="Flèche courbée vers la gauche 13"/>
          <p:cNvSpPr/>
          <p:nvPr/>
        </p:nvSpPr>
        <p:spPr>
          <a:xfrm>
            <a:off x="7614727" y="5452572"/>
            <a:ext cx="696686" cy="1216152"/>
          </a:xfrm>
          <a:prstGeom prst="curvedLeftArrow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59617" y="5823669"/>
            <a:ext cx="1755111" cy="1055076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714" b="1" dirty="0">
                <a:solidFill>
                  <a:prstClr val="white"/>
                </a:solidFill>
              </a:rPr>
              <a:t>Terme de </a:t>
            </a:r>
          </a:p>
          <a:p>
            <a:pPr algn="ctr"/>
            <a:r>
              <a:rPr lang="fr-FR" sz="1714" b="1" dirty="0">
                <a:solidFill>
                  <a:prstClr val="white"/>
                </a:solidFill>
              </a:rPr>
              <a:t>définition</a:t>
            </a:r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199933" y="4106995"/>
            <a:ext cx="396990" cy="1591194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08" y="3981516"/>
            <a:ext cx="3191387" cy="1842153"/>
          </a:xfrm>
          <a:prstGeom prst="rect">
            <a:avLst/>
          </a:prstGeom>
        </p:spPr>
      </p:pic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23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444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4697" y="165606"/>
            <a:ext cx="8956879" cy="869645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Les listes imbriquées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049" y="1041009"/>
            <a:ext cx="11160368" cy="550046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</a:t>
            </a:r>
            <a:r>
              <a:rPr lang="fr-FR" sz="3300" b="1" dirty="0">
                <a:solidFill>
                  <a:schemeClr val="bg1"/>
                </a:solidFill>
              </a:rPr>
              <a:t>&lt;body&gt;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</a:t>
            </a:r>
            <a:r>
              <a:rPr lang="fr-FR" sz="3300" b="1" dirty="0">
                <a:solidFill>
                  <a:schemeClr val="bg1"/>
                </a:solidFill>
              </a:rPr>
              <a:t>&lt;h1&gt; </a:t>
            </a:r>
            <a:r>
              <a:rPr lang="fr-FR" sz="3300" b="1" dirty="0"/>
              <a:t>Les listes </a:t>
            </a:r>
            <a:r>
              <a:rPr lang="fr-FR" sz="3300" b="1" dirty="0">
                <a:solidFill>
                  <a:schemeClr val="bg1"/>
                </a:solidFill>
              </a:rPr>
              <a:t>&lt;/h1&gt;</a:t>
            </a:r>
          </a:p>
          <a:p>
            <a:pPr marL="0" indent="0">
              <a:buNone/>
            </a:pPr>
            <a:endParaRPr lang="fr-FR" sz="33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</a:t>
            </a:r>
            <a:r>
              <a:rPr lang="fr-FR" sz="3300" b="1" dirty="0">
                <a:solidFill>
                  <a:schemeClr val="bg1"/>
                </a:solidFill>
              </a:rPr>
              <a:t>&lt;!-- </a:t>
            </a:r>
            <a:r>
              <a:rPr lang="fr-FR" sz="3300" b="1" dirty="0"/>
              <a:t>Listes imbriquées </a:t>
            </a:r>
            <a:r>
              <a:rPr lang="fr-FR" sz="3300" b="1" dirty="0">
                <a:solidFill>
                  <a:schemeClr val="bg1"/>
                </a:solidFill>
              </a:rPr>
              <a:t>--&gt;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</a:t>
            </a:r>
            <a:r>
              <a:rPr lang="fr-FR" sz="3300" b="1" dirty="0">
                <a:solidFill>
                  <a:schemeClr val="bg1"/>
                </a:solidFill>
              </a:rPr>
              <a:t>&lt;</a:t>
            </a:r>
            <a:r>
              <a:rPr lang="fr-FR" sz="3300" b="1" dirty="0" err="1">
                <a:solidFill>
                  <a:schemeClr val="bg1"/>
                </a:solidFill>
              </a:rPr>
              <a:t>ol</a:t>
            </a:r>
            <a:r>
              <a:rPr lang="fr-FR" sz="3300" b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    </a:t>
            </a:r>
            <a:r>
              <a:rPr lang="fr-FR" sz="3300" b="1" dirty="0">
                <a:solidFill>
                  <a:schemeClr val="bg1"/>
                </a:solidFill>
              </a:rPr>
              <a:t>&lt;li&gt; </a:t>
            </a:r>
            <a:r>
              <a:rPr lang="fr-FR" sz="3300" b="1" dirty="0"/>
              <a:t>Introduction </a:t>
            </a:r>
            <a:r>
              <a:rPr lang="fr-FR" sz="3300" b="1" dirty="0">
                <a:solidFill>
                  <a:schemeClr val="bg1"/>
                </a:solidFill>
              </a:rPr>
              <a:t>&lt;/li&gt;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    </a:t>
            </a:r>
            <a:r>
              <a:rPr lang="fr-FR" sz="3300" b="1" dirty="0">
                <a:solidFill>
                  <a:schemeClr val="bg1"/>
                </a:solidFill>
              </a:rPr>
              <a:t>&lt;li&gt;</a:t>
            </a:r>
            <a:r>
              <a:rPr lang="fr-FR" sz="3300" b="1" dirty="0"/>
              <a:t>Partie I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</a:t>
            </a:r>
            <a:r>
              <a:rPr lang="fr-FR" sz="3300" b="1" dirty="0">
                <a:solidFill>
                  <a:schemeClr val="bg1"/>
                </a:solidFill>
              </a:rPr>
              <a:t>&lt;!--</a:t>
            </a:r>
            <a:r>
              <a:rPr lang="fr-FR" sz="3300" b="1" dirty="0">
                <a:solidFill>
                  <a:schemeClr val="accent2"/>
                </a:solidFill>
              </a:rPr>
              <a:t> </a:t>
            </a:r>
            <a:r>
              <a:rPr lang="fr-FR" sz="3300" b="1" dirty="0"/>
              <a:t>On imbrique une liste non-ordonnée dans une liste ordonnée </a:t>
            </a:r>
            <a:r>
              <a:rPr lang="fr-FR" sz="3300" b="1" dirty="0">
                <a:solidFill>
                  <a:schemeClr val="bg1"/>
                </a:solidFill>
              </a:rPr>
              <a:t>-- &gt;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        	</a:t>
            </a:r>
            <a:r>
              <a:rPr lang="fr-FR" sz="3300" b="1" dirty="0">
                <a:solidFill>
                  <a:schemeClr val="bg1"/>
                </a:solidFill>
              </a:rPr>
              <a:t>&lt;</a:t>
            </a:r>
            <a:r>
              <a:rPr lang="fr-FR" sz="3300" b="1" dirty="0" err="1">
                <a:solidFill>
                  <a:schemeClr val="bg1"/>
                </a:solidFill>
              </a:rPr>
              <a:t>ul</a:t>
            </a:r>
            <a:r>
              <a:rPr lang="fr-FR" sz="3300" b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            	</a:t>
            </a:r>
            <a:r>
              <a:rPr lang="fr-FR" sz="3300" b="1" dirty="0">
                <a:solidFill>
                  <a:schemeClr val="bg1"/>
                </a:solidFill>
              </a:rPr>
              <a:t>&lt;li&gt; </a:t>
            </a:r>
            <a:r>
              <a:rPr lang="fr-FR" sz="3300" b="1" dirty="0"/>
              <a:t>Définitions </a:t>
            </a:r>
            <a:r>
              <a:rPr lang="fr-FR" sz="3300" b="1" dirty="0">
                <a:solidFill>
                  <a:schemeClr val="bg1"/>
                </a:solidFill>
              </a:rPr>
              <a:t>&lt;/li&gt;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            	</a:t>
            </a:r>
            <a:r>
              <a:rPr lang="fr-FR" sz="3300" b="1" dirty="0">
                <a:solidFill>
                  <a:schemeClr val="bg1"/>
                </a:solidFill>
              </a:rPr>
              <a:t>&lt;li&gt; </a:t>
            </a:r>
            <a:r>
              <a:rPr lang="fr-FR" sz="3300" b="1" dirty="0"/>
              <a:t>Auteurs</a:t>
            </a:r>
            <a:r>
              <a:rPr lang="fr-FR" sz="3300" b="1" dirty="0">
                <a:solidFill>
                  <a:schemeClr val="accent2"/>
                </a:solidFill>
              </a:rPr>
              <a:t> </a:t>
            </a:r>
            <a:r>
              <a:rPr lang="fr-FR" sz="3300" b="1" dirty="0">
                <a:solidFill>
                  <a:schemeClr val="bg1"/>
                </a:solidFill>
              </a:rPr>
              <a:t>&lt;/li&gt;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            	</a:t>
            </a:r>
            <a:r>
              <a:rPr lang="fr-FR" sz="3300" b="1" dirty="0">
                <a:solidFill>
                  <a:schemeClr val="bg1"/>
                </a:solidFill>
              </a:rPr>
              <a:t>&lt;li&gt; </a:t>
            </a:r>
            <a:r>
              <a:rPr lang="fr-FR" sz="3300" b="1" dirty="0"/>
              <a:t>Exemples</a:t>
            </a:r>
            <a:r>
              <a:rPr lang="fr-FR" sz="3300" b="1" dirty="0">
                <a:solidFill>
                  <a:schemeClr val="accent2"/>
                </a:solidFill>
              </a:rPr>
              <a:t>  </a:t>
            </a:r>
            <a:r>
              <a:rPr lang="fr-FR" sz="3300" b="1" dirty="0">
                <a:solidFill>
                  <a:schemeClr val="bg1"/>
                </a:solidFill>
              </a:rPr>
              <a:t>&lt;/li&gt;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        	</a:t>
            </a:r>
            <a:r>
              <a:rPr lang="fr-FR" sz="3300" b="1" dirty="0">
                <a:solidFill>
                  <a:schemeClr val="bg1"/>
                </a:solidFill>
              </a:rPr>
              <a:t>&lt;/</a:t>
            </a:r>
            <a:r>
              <a:rPr lang="fr-FR" sz="3300" b="1" dirty="0" err="1">
                <a:solidFill>
                  <a:schemeClr val="bg1"/>
                </a:solidFill>
              </a:rPr>
              <a:t>ul</a:t>
            </a:r>
            <a:r>
              <a:rPr lang="fr-FR" sz="3300" b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    </a:t>
            </a:r>
            <a:r>
              <a:rPr lang="fr-FR" sz="3300" b="1" dirty="0">
                <a:solidFill>
                  <a:schemeClr val="bg1"/>
                </a:solidFill>
              </a:rPr>
              <a:t>&lt;/li&gt;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    </a:t>
            </a:r>
            <a:r>
              <a:rPr lang="fr-FR" sz="3300" b="1" dirty="0">
                <a:solidFill>
                  <a:schemeClr val="bg1"/>
                </a:solidFill>
              </a:rPr>
              <a:t>&lt;li&gt; </a:t>
            </a:r>
            <a:r>
              <a:rPr lang="fr-FR" sz="3300" b="1" dirty="0"/>
              <a:t>Partie II  </a:t>
            </a:r>
            <a:r>
              <a:rPr lang="fr-FR" sz="3300" b="1" dirty="0">
                <a:solidFill>
                  <a:schemeClr val="bg1"/>
                </a:solidFill>
              </a:rPr>
              <a:t>&lt;/li&gt;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    </a:t>
            </a:r>
            <a:r>
              <a:rPr lang="fr-FR" sz="3300" b="1" dirty="0">
                <a:solidFill>
                  <a:schemeClr val="bg1"/>
                </a:solidFill>
              </a:rPr>
              <a:t>&lt;li&gt; </a:t>
            </a:r>
            <a:r>
              <a:rPr lang="fr-FR" sz="3300" b="1" dirty="0"/>
              <a:t>Conclusion</a:t>
            </a:r>
            <a:r>
              <a:rPr lang="fr-FR" sz="3300" b="1" dirty="0">
                <a:solidFill>
                  <a:schemeClr val="accent2"/>
                </a:solidFill>
              </a:rPr>
              <a:t> </a:t>
            </a:r>
            <a:r>
              <a:rPr lang="fr-FR" sz="3300" b="1" dirty="0">
                <a:solidFill>
                  <a:schemeClr val="bg1"/>
                </a:solidFill>
              </a:rPr>
              <a:t>&lt;/li&gt;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    </a:t>
            </a:r>
            <a:r>
              <a:rPr lang="fr-FR" sz="3300" b="1" dirty="0">
                <a:solidFill>
                  <a:schemeClr val="bg1"/>
                </a:solidFill>
              </a:rPr>
              <a:t>&lt;/</a:t>
            </a:r>
            <a:r>
              <a:rPr lang="fr-FR" sz="3300" b="1" dirty="0" err="1">
                <a:solidFill>
                  <a:schemeClr val="bg1"/>
                </a:solidFill>
              </a:rPr>
              <a:t>ol</a:t>
            </a:r>
            <a:r>
              <a:rPr lang="fr-FR" sz="3300" b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r>
              <a:rPr lang="fr-FR" sz="3300" b="1" dirty="0">
                <a:solidFill>
                  <a:schemeClr val="accent2"/>
                </a:solidFill>
              </a:rPr>
              <a:t>    </a:t>
            </a:r>
            <a:r>
              <a:rPr lang="fr-FR" sz="3300" b="1" dirty="0">
                <a:solidFill>
                  <a:schemeClr val="bg1"/>
                </a:solidFill>
              </a:rPr>
              <a:t>&lt;/body&gt;</a:t>
            </a:r>
          </a:p>
          <a:p>
            <a:pPr marL="0" indent="0">
              <a:buNone/>
            </a:pPr>
            <a:endParaRPr lang="fr-FR" sz="3238" b="1" dirty="0"/>
          </a:p>
        </p:txBody>
      </p:sp>
      <p:sp>
        <p:nvSpPr>
          <p:cNvPr id="4" name="Accolade ouvrante 3"/>
          <p:cNvSpPr/>
          <p:nvPr/>
        </p:nvSpPr>
        <p:spPr>
          <a:xfrm>
            <a:off x="636742" y="2349306"/>
            <a:ext cx="267955" cy="3573193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06892" y="3913937"/>
            <a:ext cx="2148839" cy="33842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278284" y="4331053"/>
            <a:ext cx="2067213" cy="26310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730410" y="3619035"/>
            <a:ext cx="449927" cy="1354879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203" y="2124222"/>
            <a:ext cx="3493905" cy="3798276"/>
          </a:xfrm>
          <a:prstGeom prst="rect">
            <a:avLst/>
          </a:prstGeom>
        </p:spPr>
      </p:pic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24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  <p:cxnSp>
        <p:nvCxnSpPr>
          <p:cNvPr id="12" name="Connecteur droit avec flèche 11"/>
          <p:cNvCxnSpPr/>
          <p:nvPr/>
        </p:nvCxnSpPr>
        <p:spPr>
          <a:xfrm>
            <a:off x="4443445" y="4296474"/>
            <a:ext cx="3859758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755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3890" y="494922"/>
            <a:ext cx="9513394" cy="996254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LIENS INTERNES ET EXTERNES EN HTML :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3889" y="1491176"/>
            <a:ext cx="10893368" cy="4853355"/>
          </a:xfrm>
        </p:spPr>
        <p:txBody>
          <a:bodyPr/>
          <a:lstStyle/>
          <a:p>
            <a:pPr marL="0" indent="0">
              <a:buNone/>
            </a:pPr>
            <a:r>
              <a:rPr lang="fr-FR" sz="2286" b="1" u="sng" dirty="0" err="1">
                <a:solidFill>
                  <a:srgbClr val="FF0000"/>
                </a:solidFill>
              </a:rPr>
              <a:t>Role</a:t>
            </a:r>
            <a:r>
              <a:rPr lang="fr-FR" dirty="0"/>
              <a:t>  : 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sz="2200" dirty="0"/>
              <a:t>Un </a:t>
            </a:r>
            <a:r>
              <a:rPr lang="fr-FR" sz="2200" dirty="0" err="1"/>
              <a:t>llien</a:t>
            </a:r>
            <a:r>
              <a:rPr lang="fr-FR" sz="2200" dirty="0"/>
              <a:t> en html va </a:t>
            </a:r>
            <a:r>
              <a:rPr lang="fr-FR" sz="2200" dirty="0" err="1"/>
              <a:t>sérvir</a:t>
            </a:r>
            <a:r>
              <a:rPr lang="fr-FR" sz="2200" dirty="0"/>
              <a:t>  à </a:t>
            </a:r>
            <a:r>
              <a:rPr lang="fr-FR" sz="2200" b="1" dirty="0">
                <a:solidFill>
                  <a:schemeClr val="bg1"/>
                </a:solidFill>
              </a:rPr>
              <a:t>transporter</a:t>
            </a:r>
            <a:r>
              <a:rPr lang="fr-FR" sz="2200" dirty="0"/>
              <a:t> l’utilisateur vers un autre endroit en </a:t>
            </a:r>
            <a:r>
              <a:rPr lang="fr-FR" sz="2200" b="1" u="sng" dirty="0">
                <a:solidFill>
                  <a:srgbClr val="00B0F0"/>
                </a:solidFill>
              </a:rPr>
              <a:t>cliquant</a:t>
            </a:r>
            <a:r>
              <a:rPr lang="fr-FR" sz="2200" dirty="0"/>
              <a:t> au-dessus .</a:t>
            </a:r>
          </a:p>
          <a:p>
            <a:r>
              <a:rPr lang="fr-FR" sz="2200" dirty="0"/>
              <a:t>Pour créer un lien en HTML nous utilisons </a:t>
            </a:r>
            <a:r>
              <a:rPr lang="fr-FR" sz="2200" b="1" dirty="0">
                <a:solidFill>
                  <a:schemeClr val="bg1"/>
                </a:solidFill>
              </a:rPr>
              <a:t>l’</a:t>
            </a:r>
            <a:r>
              <a:rPr lang="fr-FR" sz="2200" b="1" dirty="0" err="1">
                <a:solidFill>
                  <a:schemeClr val="bg1"/>
                </a:solidFill>
              </a:rPr>
              <a:t>élement</a:t>
            </a:r>
            <a:r>
              <a:rPr lang="fr-FR" sz="2200" b="1" dirty="0">
                <a:solidFill>
                  <a:schemeClr val="bg1"/>
                </a:solidFill>
              </a:rPr>
              <a:t> a</a:t>
            </a:r>
            <a:r>
              <a:rPr lang="fr-FR" sz="2200" dirty="0">
                <a:solidFill>
                  <a:schemeClr val="accent2"/>
                </a:solidFill>
              </a:rPr>
              <a:t> </a:t>
            </a:r>
            <a:r>
              <a:rPr lang="fr-FR" sz="2200" dirty="0"/>
              <a:t>(Adresse) avec </a:t>
            </a:r>
            <a:r>
              <a:rPr lang="fr-FR" sz="2200" b="1" dirty="0">
                <a:solidFill>
                  <a:schemeClr val="bg1"/>
                </a:solidFill>
              </a:rPr>
              <a:t>l’attribut </a:t>
            </a:r>
            <a:r>
              <a:rPr lang="fr-FR" sz="2200" b="1" dirty="0" err="1">
                <a:solidFill>
                  <a:schemeClr val="bg1"/>
                </a:solidFill>
              </a:rPr>
              <a:t>href</a:t>
            </a:r>
            <a:r>
              <a:rPr lang="fr-FR" sz="2200" dirty="0">
                <a:solidFill>
                  <a:schemeClr val="accent2"/>
                </a:solidFill>
              </a:rPr>
              <a:t> </a:t>
            </a:r>
            <a:r>
              <a:rPr lang="fr-FR" sz="2200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2389986909"/>
              </p:ext>
            </p:extLst>
          </p:nvPr>
        </p:nvGraphicFramePr>
        <p:xfrm>
          <a:off x="1175284" y="3917852"/>
          <a:ext cx="9109762" cy="2250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25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354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5631" y="452719"/>
            <a:ext cx="8956879" cy="982187"/>
          </a:xfrm>
        </p:spPr>
        <p:txBody>
          <a:bodyPr/>
          <a:lstStyle/>
          <a:p>
            <a:r>
              <a:rPr lang="fr-FR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Les liens externes en HTML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0286" y="1434905"/>
            <a:ext cx="10798629" cy="5106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286" dirty="0"/>
              <a:t>		Les liens externes vont être des liens ramenant vers des pages d’autres sites.</a:t>
            </a:r>
          </a:p>
          <a:p>
            <a:pPr marL="0" indent="0">
              <a:buNone/>
            </a:pPr>
            <a:r>
              <a:rPr lang="fr-FR" sz="2286" b="1" u="sng" dirty="0" err="1">
                <a:solidFill>
                  <a:srgbClr val="00B0F0"/>
                </a:solidFill>
              </a:rPr>
              <a:t>Exp</a:t>
            </a:r>
            <a:r>
              <a:rPr lang="fr-FR" sz="2286" b="1" u="sng" dirty="0">
                <a:solidFill>
                  <a:srgbClr val="00B0F0"/>
                </a:solidFill>
              </a:rPr>
              <a:t> :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</a:rPr>
              <a:t>&lt;body&gt;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2"/>
                </a:solidFill>
              </a:rPr>
              <a:t>        </a:t>
            </a:r>
            <a:r>
              <a:rPr lang="fr-FR" b="1" dirty="0">
                <a:solidFill>
                  <a:schemeClr val="bg1"/>
                </a:solidFill>
              </a:rPr>
              <a:t>&lt;h1&gt; </a:t>
            </a:r>
            <a:r>
              <a:rPr lang="fr-FR" dirty="0"/>
              <a:t>Les liens </a:t>
            </a:r>
            <a:r>
              <a:rPr lang="fr-FR" b="1" dirty="0">
                <a:solidFill>
                  <a:schemeClr val="bg1"/>
                </a:solidFill>
              </a:rPr>
              <a:t>&lt;/h1&gt;</a:t>
            </a:r>
          </a:p>
          <a:p>
            <a:pPr marL="0" indent="0">
              <a:buNone/>
            </a:pPr>
            <a:endParaRPr lang="fr-FR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accent2"/>
                </a:solidFill>
              </a:rPr>
              <a:t>        </a:t>
            </a:r>
            <a:r>
              <a:rPr lang="fr-FR" b="1" dirty="0">
                <a:solidFill>
                  <a:schemeClr val="bg1"/>
                </a:solidFill>
              </a:rPr>
              <a:t>&lt;p&gt; </a:t>
            </a:r>
            <a:r>
              <a:rPr lang="fr-FR" dirty="0"/>
              <a:t>Cliquez sur </a:t>
            </a:r>
            <a:r>
              <a:rPr lang="fr-FR" b="1" dirty="0">
                <a:solidFill>
                  <a:schemeClr val="bg1"/>
                </a:solidFill>
              </a:rPr>
              <a:t>&lt;a </a:t>
            </a:r>
            <a:r>
              <a:rPr lang="fr-FR" b="1" dirty="0" err="1">
                <a:solidFill>
                  <a:srgbClr val="00B0F0"/>
                </a:solidFill>
              </a:rPr>
              <a:t>href</a:t>
            </a:r>
            <a:r>
              <a:rPr lang="fr-FR" b="1" dirty="0">
                <a:solidFill>
                  <a:srgbClr val="00B0F0"/>
                </a:solidFill>
              </a:rPr>
              <a:t>=</a:t>
            </a:r>
            <a:r>
              <a:rPr lang="fr-FR" b="1" dirty="0">
                <a:solidFill>
                  <a:srgbClr val="00B0F0"/>
                </a:solidFill>
                <a:hlinkClick r:id="rId2"/>
              </a:rPr>
              <a:t>http://wikipedia.org</a:t>
            </a:r>
            <a:r>
              <a:rPr lang="fr-FR" b="1" dirty="0">
                <a:solidFill>
                  <a:srgbClr val="00B0F0"/>
                </a:solidFill>
              </a:rPr>
              <a:t> </a:t>
            </a:r>
            <a:r>
              <a:rPr lang="fr-FR" b="1" dirty="0">
                <a:solidFill>
                  <a:schemeClr val="bg1"/>
                </a:solidFill>
              </a:rPr>
              <a:t>&gt;</a:t>
            </a:r>
            <a:r>
              <a:rPr lang="fr-FR" b="1" dirty="0"/>
              <a:t>ce lien </a:t>
            </a:r>
            <a:r>
              <a:rPr lang="fr-FR" b="1" dirty="0">
                <a:solidFill>
                  <a:schemeClr val="bg1"/>
                </a:solidFill>
              </a:rPr>
              <a:t>&lt;/a&gt;</a:t>
            </a:r>
            <a:r>
              <a:rPr lang="fr-FR" b="1" dirty="0">
                <a:solidFill>
                  <a:schemeClr val="accent2"/>
                </a:solidFill>
              </a:rPr>
              <a:t> </a:t>
            </a:r>
            <a:r>
              <a:rPr lang="fr-FR" dirty="0"/>
              <a:t>pour</a:t>
            </a:r>
          </a:p>
          <a:p>
            <a:pPr marL="0" indent="0">
              <a:buNone/>
            </a:pPr>
            <a:r>
              <a:rPr lang="fr-FR" dirty="0"/>
              <a:t>        aller sur Wikipédia. </a:t>
            </a:r>
            <a:r>
              <a:rPr lang="fr-FR" b="1" dirty="0">
                <a:solidFill>
                  <a:schemeClr val="bg1"/>
                </a:solidFill>
              </a:rPr>
              <a:t>&lt;/p&gt;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2"/>
                </a:solidFill>
              </a:rPr>
              <a:t> </a:t>
            </a:r>
            <a:r>
              <a:rPr lang="fr-FR" b="1" dirty="0">
                <a:solidFill>
                  <a:schemeClr val="bg1"/>
                </a:solidFill>
              </a:rPr>
              <a:t>&lt;/body&gt;</a:t>
            </a:r>
          </a:p>
        </p:txBody>
      </p:sp>
      <p:sp>
        <p:nvSpPr>
          <p:cNvPr id="4" name="Accolade ouvrante 3"/>
          <p:cNvSpPr/>
          <p:nvPr/>
        </p:nvSpPr>
        <p:spPr>
          <a:xfrm rot="5400000">
            <a:off x="4883919" y="1224143"/>
            <a:ext cx="703385" cy="486340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4680" y="2825849"/>
            <a:ext cx="2317820" cy="699868"/>
          </a:xfrm>
          <a:prstGeom prst="rect">
            <a:avLst/>
          </a:prstGeom>
          <a:solidFill>
            <a:srgbClr val="EA6312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905" b="1" dirty="0">
                <a:solidFill>
                  <a:schemeClr val="tx1"/>
                </a:solidFill>
              </a:rPr>
              <a:t>Elément  a</a:t>
            </a:r>
          </a:p>
        </p:txBody>
      </p:sp>
      <p:cxnSp>
        <p:nvCxnSpPr>
          <p:cNvPr id="8" name="Connecteur en arc 7"/>
          <p:cNvCxnSpPr/>
          <p:nvPr/>
        </p:nvCxnSpPr>
        <p:spPr>
          <a:xfrm>
            <a:off x="3385176" y="4422532"/>
            <a:ext cx="1580943" cy="1021666"/>
          </a:xfrm>
          <a:prstGeom prst="curvedConnector3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698164" y="5015132"/>
            <a:ext cx="2103454" cy="815926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EA6312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905" b="1" dirty="0">
                <a:solidFill>
                  <a:schemeClr val="tx1"/>
                </a:solidFill>
              </a:rPr>
              <a:t>Attribut </a:t>
            </a:r>
            <a:r>
              <a:rPr lang="fr-FR" sz="1905" b="1" dirty="0" err="1">
                <a:solidFill>
                  <a:schemeClr val="tx1"/>
                </a:solidFill>
              </a:rPr>
              <a:t>href</a:t>
            </a:r>
            <a:endParaRPr lang="fr-FR" sz="1905" b="1" dirty="0">
              <a:solidFill>
                <a:schemeClr val="tx1"/>
              </a:solidFill>
            </a:endParaRP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538" y="3487774"/>
            <a:ext cx="2862660" cy="1213338"/>
          </a:xfrm>
          <a:prstGeom prst="rect">
            <a:avLst/>
          </a:prstGeom>
        </p:spPr>
      </p:pic>
      <p:sp>
        <p:nvSpPr>
          <p:cNvPr id="14" name="Flèche droite à entaille 13"/>
          <p:cNvSpPr/>
          <p:nvPr/>
        </p:nvSpPr>
        <p:spPr>
          <a:xfrm>
            <a:off x="8284478" y="3937900"/>
            <a:ext cx="824631" cy="484632"/>
          </a:xfrm>
          <a:prstGeom prst="notchedRightArrow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cxnSp>
        <p:nvCxnSpPr>
          <p:cNvPr id="16" name="Connecteur en arc 15"/>
          <p:cNvCxnSpPr/>
          <p:nvPr/>
        </p:nvCxnSpPr>
        <p:spPr>
          <a:xfrm>
            <a:off x="6606684" y="4476165"/>
            <a:ext cx="2403342" cy="946931"/>
          </a:xfrm>
          <a:prstGeom prst="curvedConnector3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en arc 19"/>
          <p:cNvCxnSpPr/>
          <p:nvPr/>
        </p:nvCxnSpPr>
        <p:spPr>
          <a:xfrm flipV="1">
            <a:off x="8917054" y="4590028"/>
            <a:ext cx="913887" cy="836146"/>
          </a:xfrm>
          <a:prstGeom prst="curvedConnector3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26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542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5631" y="452719"/>
            <a:ext cx="8956879" cy="883713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Les liens internes en HTML :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52528" y="1430918"/>
            <a:ext cx="10329706" cy="4900595"/>
          </a:xfrm>
        </p:spPr>
        <p:txBody>
          <a:bodyPr/>
          <a:lstStyle/>
          <a:p>
            <a:pPr marL="0" indent="0">
              <a:buNone/>
            </a:pPr>
            <a:r>
              <a:rPr lang="fr-FR" sz="2286" dirty="0"/>
              <a:t>	</a:t>
            </a:r>
            <a:r>
              <a:rPr lang="fr-FR" sz="2400" dirty="0"/>
              <a:t>Les liens internes vont être des liens ramenant vers d’autres pages au sein d’un même site .</a:t>
            </a:r>
          </a:p>
          <a:p>
            <a:pPr marL="0" indent="0">
              <a:buNone/>
            </a:pPr>
            <a:endParaRPr lang="fr-FR" sz="2286" dirty="0"/>
          </a:p>
          <a:p>
            <a:pPr marL="0" indent="0">
              <a:buNone/>
            </a:pPr>
            <a:r>
              <a:rPr lang="fr-FR" sz="2400" dirty="0"/>
              <a:t>Pour créer des liens internes, il faut donc distinguer trois cas :</a:t>
            </a:r>
          </a:p>
          <a:p>
            <a:pPr lvl="2"/>
            <a:r>
              <a:rPr lang="fr-FR" sz="2250" dirty="0"/>
              <a:t>La page de départ et celle de destination sont dans le même dossier ;</a:t>
            </a:r>
          </a:p>
          <a:p>
            <a:pPr lvl="2"/>
            <a:r>
              <a:rPr lang="fr-FR" sz="2250" dirty="0"/>
              <a:t>La page de destination est dans un sous-dossier par rapport à la page de départ ;</a:t>
            </a:r>
          </a:p>
          <a:p>
            <a:pPr lvl="2"/>
            <a:r>
              <a:rPr lang="fr-FR" sz="2250" dirty="0"/>
              <a:t>La page de destination est dans un dossier parent par rapport à la page de départ.</a:t>
            </a:r>
          </a:p>
          <a:p>
            <a:pPr marL="870875" lvl="2" indent="0">
              <a:buNone/>
            </a:pPr>
            <a:endParaRPr lang="fr-FR" sz="228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27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998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Envoyer un mail en HTML :</a:t>
            </a:r>
            <a:br>
              <a:rPr lang="fr-FR" b="1" dirty="0"/>
            </a:br>
            <a:endParaRPr lang="fr-FR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41194" y="1266093"/>
            <a:ext cx="11477767" cy="5359791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sz="2200" dirty="0"/>
              <a:t>    </a:t>
            </a:r>
            <a:r>
              <a:rPr lang="fr-FR" sz="2200" b="1" dirty="0">
                <a:solidFill>
                  <a:schemeClr val="bg1"/>
                </a:solidFill>
              </a:rPr>
              <a:t>&lt;body&gt;</a:t>
            </a:r>
          </a:p>
          <a:p>
            <a:pPr marL="0" indent="0">
              <a:buNone/>
            </a:pPr>
            <a:r>
              <a:rPr lang="fr-FR" sz="2200" dirty="0">
                <a:solidFill>
                  <a:schemeClr val="accent2"/>
                </a:solidFill>
              </a:rPr>
              <a:t>        </a:t>
            </a:r>
            <a:r>
              <a:rPr lang="fr-FR" sz="2200" b="1" dirty="0">
                <a:solidFill>
                  <a:schemeClr val="bg1"/>
                </a:solidFill>
              </a:rPr>
              <a:t>&lt;h1&gt; </a:t>
            </a:r>
            <a:r>
              <a:rPr lang="fr-FR" sz="2200" dirty="0"/>
              <a:t>Envoyer un mail </a:t>
            </a:r>
            <a:r>
              <a:rPr lang="fr-FR" sz="2200" b="1" dirty="0">
                <a:solidFill>
                  <a:schemeClr val="bg1"/>
                </a:solidFill>
              </a:rPr>
              <a:t>&lt;/h1&gt;</a:t>
            </a:r>
          </a:p>
          <a:p>
            <a:pPr marL="0" indent="0">
              <a:buNone/>
            </a:pPr>
            <a:r>
              <a:rPr lang="fr-FR" sz="2200" dirty="0">
                <a:solidFill>
                  <a:schemeClr val="accent2"/>
                </a:solidFill>
              </a:rPr>
              <a:t>        </a:t>
            </a:r>
            <a:r>
              <a:rPr lang="fr-FR" sz="2200" b="1" dirty="0">
                <a:solidFill>
                  <a:schemeClr val="bg1"/>
                </a:solidFill>
              </a:rPr>
              <a:t>&lt;p&gt;</a:t>
            </a:r>
            <a:r>
              <a:rPr lang="fr-FR" sz="2200" dirty="0">
                <a:solidFill>
                  <a:schemeClr val="accent2"/>
                </a:solidFill>
              </a:rPr>
              <a:t> </a:t>
            </a:r>
            <a:r>
              <a:rPr lang="fr-FR" sz="2200" dirty="0"/>
              <a:t>M'envoyer</a:t>
            </a:r>
            <a:r>
              <a:rPr lang="fr-FR" sz="2200" dirty="0">
                <a:solidFill>
                  <a:schemeClr val="accent2"/>
                </a:solidFill>
              </a:rPr>
              <a:t> </a:t>
            </a:r>
            <a:r>
              <a:rPr lang="fr-FR" sz="2200" b="1" dirty="0">
                <a:solidFill>
                  <a:schemeClr val="bg1"/>
                </a:solidFill>
              </a:rPr>
              <a:t>&lt;a </a:t>
            </a:r>
            <a:r>
              <a:rPr lang="fr-FR" sz="2200" dirty="0" err="1">
                <a:solidFill>
                  <a:srgbClr val="00B0F0"/>
                </a:solidFill>
              </a:rPr>
              <a:t>href</a:t>
            </a:r>
            <a:r>
              <a:rPr lang="fr-FR" sz="2200" dirty="0">
                <a:solidFill>
                  <a:srgbClr val="00B0F0"/>
                </a:solidFill>
              </a:rPr>
              <a:t>="mailto:hamidtasra1@gmail.com" </a:t>
            </a:r>
            <a:r>
              <a:rPr lang="fr-FR" sz="2200" b="1" dirty="0">
                <a:solidFill>
                  <a:schemeClr val="bg1"/>
                </a:solidFill>
              </a:rPr>
              <a:t>&gt;</a:t>
            </a:r>
            <a:r>
              <a:rPr lang="fr-FR" sz="2200" dirty="0">
                <a:solidFill>
                  <a:schemeClr val="accent2"/>
                </a:solidFill>
              </a:rPr>
              <a:t> </a:t>
            </a:r>
            <a:r>
              <a:rPr lang="fr-FR" sz="2200" dirty="0"/>
              <a:t>un mail </a:t>
            </a:r>
            <a:r>
              <a:rPr lang="fr-FR" sz="2200" b="1" dirty="0">
                <a:solidFill>
                  <a:schemeClr val="bg1"/>
                </a:solidFill>
              </a:rPr>
              <a:t>&lt;/a&gt;&lt;/p&gt;</a:t>
            </a:r>
          </a:p>
          <a:p>
            <a:pPr marL="0" indent="0">
              <a:buNone/>
            </a:pPr>
            <a:r>
              <a:rPr lang="fr-FR" sz="2200" dirty="0">
                <a:solidFill>
                  <a:schemeClr val="accent2"/>
                </a:solidFill>
              </a:rPr>
              <a:t>    </a:t>
            </a:r>
            <a:r>
              <a:rPr lang="fr-FR" sz="2200" b="1" dirty="0">
                <a:solidFill>
                  <a:schemeClr val="bg1"/>
                </a:solidFill>
              </a:rPr>
              <a:t>&lt;/body&gt;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Flèche vers le bas 3"/>
          <p:cNvSpPr/>
          <p:nvPr/>
        </p:nvSpPr>
        <p:spPr>
          <a:xfrm>
            <a:off x="5348474" y="3084395"/>
            <a:ext cx="1071825" cy="1797926"/>
          </a:xfrm>
          <a:prstGeom prst="downArrow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580" y="4983658"/>
            <a:ext cx="3670998" cy="1487480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28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17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5631" y="452718"/>
            <a:ext cx="8956879" cy="939984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Télécharger un fichier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5232" y="1392703"/>
            <a:ext cx="10490479" cy="5162843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chemeClr val="accent2"/>
                </a:solidFill>
              </a:rPr>
              <a:t> </a:t>
            </a:r>
          </a:p>
          <a:p>
            <a:pPr marL="0" indent="0">
              <a:buNone/>
            </a:pPr>
            <a:r>
              <a:rPr lang="fr-FR" sz="2200" b="1" dirty="0">
                <a:solidFill>
                  <a:schemeClr val="bg1"/>
                </a:solidFill>
              </a:rPr>
              <a:t>&lt;body&gt;</a:t>
            </a:r>
          </a:p>
          <a:p>
            <a:pPr marL="0" indent="0">
              <a:buNone/>
            </a:pPr>
            <a:r>
              <a:rPr lang="fr-FR" sz="2200" dirty="0">
                <a:solidFill>
                  <a:schemeClr val="accent2"/>
                </a:solidFill>
              </a:rPr>
              <a:t>        </a:t>
            </a:r>
            <a:r>
              <a:rPr lang="fr-FR" sz="2200" b="1" dirty="0">
                <a:solidFill>
                  <a:schemeClr val="bg1"/>
                </a:solidFill>
              </a:rPr>
              <a:t>&lt;h1&gt; </a:t>
            </a:r>
            <a:r>
              <a:rPr lang="fr-FR" sz="2200" dirty="0"/>
              <a:t>Télécharger un fichier </a:t>
            </a:r>
            <a:r>
              <a:rPr lang="fr-FR" sz="2200" b="1" dirty="0">
                <a:solidFill>
                  <a:schemeClr val="bg1"/>
                </a:solidFill>
              </a:rPr>
              <a:t>&lt;/h1&gt;</a:t>
            </a:r>
          </a:p>
          <a:p>
            <a:pPr marL="0" indent="0">
              <a:buNone/>
            </a:pPr>
            <a:r>
              <a:rPr lang="fr-FR" sz="2200" dirty="0">
                <a:solidFill>
                  <a:schemeClr val="accent2"/>
                </a:solidFill>
              </a:rPr>
              <a:t>        </a:t>
            </a:r>
            <a:r>
              <a:rPr lang="fr-FR" sz="2200" b="1" dirty="0">
                <a:solidFill>
                  <a:schemeClr val="bg1"/>
                </a:solidFill>
              </a:rPr>
              <a:t>&lt;p&gt;</a:t>
            </a:r>
            <a:r>
              <a:rPr lang="fr-FR" sz="2200" dirty="0">
                <a:solidFill>
                  <a:schemeClr val="accent2"/>
                </a:solidFill>
              </a:rPr>
              <a:t> </a:t>
            </a:r>
            <a:r>
              <a:rPr lang="fr-FR" sz="2200" dirty="0" err="1"/>
              <a:t>Telecharger</a:t>
            </a:r>
            <a:r>
              <a:rPr lang="fr-FR" sz="2200" dirty="0"/>
              <a:t> : </a:t>
            </a:r>
            <a:r>
              <a:rPr lang="fr-FR" sz="2200" b="1" dirty="0">
                <a:solidFill>
                  <a:schemeClr val="bg1"/>
                </a:solidFill>
              </a:rPr>
              <a:t>&lt;a </a:t>
            </a:r>
            <a:r>
              <a:rPr lang="fr-FR" sz="2200" dirty="0" err="1">
                <a:solidFill>
                  <a:srgbClr val="00B0F0"/>
                </a:solidFill>
              </a:rPr>
              <a:t>href</a:t>
            </a:r>
            <a:r>
              <a:rPr lang="fr-FR" sz="2200" dirty="0">
                <a:solidFill>
                  <a:srgbClr val="00B0F0"/>
                </a:solidFill>
              </a:rPr>
              <a:t>="java.pdf" </a:t>
            </a:r>
            <a:r>
              <a:rPr lang="fr-FR" sz="2200" b="1" dirty="0">
                <a:solidFill>
                  <a:schemeClr val="bg1"/>
                </a:solidFill>
              </a:rPr>
              <a:t>&gt;</a:t>
            </a:r>
            <a:r>
              <a:rPr lang="fr-FR" sz="2200" dirty="0"/>
              <a:t>Livre java </a:t>
            </a:r>
            <a:r>
              <a:rPr lang="fr-FR" sz="2200" b="1" dirty="0">
                <a:solidFill>
                  <a:schemeClr val="bg1"/>
                </a:solidFill>
              </a:rPr>
              <a:t>&lt;/a&gt;&lt;/p&gt;</a:t>
            </a:r>
          </a:p>
          <a:p>
            <a:pPr marL="0" indent="0">
              <a:buNone/>
            </a:pPr>
            <a:r>
              <a:rPr lang="fr-FR" sz="2200" dirty="0">
                <a:solidFill>
                  <a:schemeClr val="accent2"/>
                </a:solidFill>
              </a:rPr>
              <a:t> </a:t>
            </a:r>
            <a:r>
              <a:rPr lang="fr-FR" sz="2200" b="1" dirty="0">
                <a:solidFill>
                  <a:schemeClr val="bg1"/>
                </a:solidFill>
              </a:rPr>
              <a:t>&lt;/body&gt;</a:t>
            </a:r>
          </a:p>
        </p:txBody>
      </p:sp>
      <p:sp>
        <p:nvSpPr>
          <p:cNvPr id="4" name="Flèche vers le bas 3"/>
          <p:cNvSpPr/>
          <p:nvPr/>
        </p:nvSpPr>
        <p:spPr>
          <a:xfrm>
            <a:off x="4765153" y="3484919"/>
            <a:ext cx="790470" cy="1044878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495" y="4712677"/>
            <a:ext cx="4622241" cy="1294676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29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7394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5631" y="452718"/>
            <a:ext cx="8956879" cy="939984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Insérer des images en HTML :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96687" y="1392703"/>
            <a:ext cx="10798628" cy="4290647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		</a:t>
            </a:r>
            <a:r>
              <a:rPr lang="fr-FR" sz="2400" dirty="0"/>
              <a:t>L’Ajout  du </a:t>
            </a:r>
            <a:r>
              <a:rPr lang="fr-FR" sz="2400" b="1" dirty="0">
                <a:solidFill>
                  <a:schemeClr val="bg1"/>
                </a:solidFill>
              </a:rPr>
              <a:t>élément </a:t>
            </a:r>
            <a:r>
              <a:rPr lang="fr-FR" sz="2400" b="1" dirty="0" err="1">
                <a:solidFill>
                  <a:schemeClr val="bg1"/>
                </a:solidFill>
              </a:rPr>
              <a:t>img</a:t>
            </a:r>
            <a:r>
              <a:rPr lang="fr-FR" sz="2400" b="1" dirty="0">
                <a:solidFill>
                  <a:schemeClr val="bg1"/>
                </a:solidFill>
              </a:rPr>
              <a:t> </a:t>
            </a:r>
            <a:r>
              <a:rPr lang="fr-FR" sz="2400" dirty="0"/>
              <a:t>avec deux </a:t>
            </a:r>
            <a:r>
              <a:rPr lang="fr-FR" sz="2400" b="1" dirty="0">
                <a:solidFill>
                  <a:schemeClr val="bg1"/>
                </a:solidFill>
              </a:rPr>
              <a:t>attributs </a:t>
            </a:r>
            <a:r>
              <a:rPr lang="fr-FR" sz="2400" b="1" dirty="0" err="1">
                <a:solidFill>
                  <a:schemeClr val="bg1"/>
                </a:solidFill>
              </a:rPr>
              <a:t>src</a:t>
            </a:r>
            <a:r>
              <a:rPr lang="fr-FR" sz="2400" b="1" dirty="0">
                <a:solidFill>
                  <a:schemeClr val="bg1"/>
                </a:solidFill>
              </a:rPr>
              <a:t> </a:t>
            </a:r>
            <a:r>
              <a:rPr lang="fr-FR" sz="2400" dirty="0"/>
              <a:t>et </a:t>
            </a:r>
            <a:r>
              <a:rPr lang="fr-FR" sz="2400" b="1" dirty="0" err="1">
                <a:solidFill>
                  <a:schemeClr val="bg1"/>
                </a:solidFill>
              </a:rPr>
              <a:t>alt</a:t>
            </a:r>
            <a:r>
              <a:rPr lang="fr-FR" sz="2400" dirty="0">
                <a:solidFill>
                  <a:schemeClr val="accent2"/>
                </a:solidFill>
              </a:rPr>
              <a:t> </a:t>
            </a:r>
          </a:p>
          <a:p>
            <a:pPr marL="0" indent="0">
              <a:buNone/>
            </a:pPr>
            <a:endParaRPr lang="fr-FR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r>
              <a:rPr lang="fr-FR" sz="2400" b="1" dirty="0">
                <a:solidFill>
                  <a:srgbClr val="00B0F0"/>
                </a:solidFill>
              </a:rPr>
              <a:t>&lt; </a:t>
            </a:r>
            <a:r>
              <a:rPr lang="fr-FR" sz="2400" b="1" dirty="0" err="1">
                <a:solidFill>
                  <a:srgbClr val="00B0F0"/>
                </a:solidFill>
              </a:rPr>
              <a:t>img</a:t>
            </a:r>
            <a:r>
              <a:rPr lang="fr-FR" sz="2400" b="1" dirty="0">
                <a:solidFill>
                  <a:srgbClr val="00B0F0"/>
                </a:solidFill>
              </a:rPr>
              <a:t> </a:t>
            </a:r>
            <a:r>
              <a:rPr lang="fr-FR" sz="2400" b="1" dirty="0" err="1">
                <a:solidFill>
                  <a:srgbClr val="00B050"/>
                </a:solidFill>
              </a:rPr>
              <a:t>src</a:t>
            </a:r>
            <a:r>
              <a:rPr lang="fr-FR" sz="2400" b="1" dirty="0">
                <a:solidFill>
                  <a:srgbClr val="00B050"/>
                </a:solidFill>
              </a:rPr>
              <a:t> = </a:t>
            </a:r>
            <a:r>
              <a:rPr lang="fr-FR" sz="2400" b="1" dirty="0">
                <a:solidFill>
                  <a:schemeClr val="accent3">
                    <a:lumMod val="75000"/>
                  </a:schemeClr>
                </a:solidFill>
              </a:rPr>
              <a:t>‘’ source de l’image ‘’  </a:t>
            </a:r>
            <a:r>
              <a:rPr lang="fr-FR" sz="2400" b="1" dirty="0" err="1">
                <a:solidFill>
                  <a:srgbClr val="00B050"/>
                </a:solidFill>
              </a:rPr>
              <a:t>alt</a:t>
            </a:r>
            <a:r>
              <a:rPr lang="fr-FR" sz="2400" b="1" dirty="0">
                <a:solidFill>
                  <a:srgbClr val="00B050"/>
                </a:solidFill>
              </a:rPr>
              <a:t> = </a:t>
            </a:r>
            <a:r>
              <a:rPr lang="fr-FR" sz="2400" b="1" dirty="0">
                <a:solidFill>
                  <a:schemeClr val="accent3">
                    <a:lumMod val="75000"/>
                  </a:schemeClr>
                </a:solidFill>
              </a:rPr>
              <a:t>‘’ Description de l’mage’’ </a:t>
            </a:r>
            <a:r>
              <a:rPr lang="fr-FR" sz="2400" b="1" dirty="0">
                <a:solidFill>
                  <a:srgbClr val="00B0F0"/>
                </a:solidFill>
              </a:rPr>
              <a:t>/&gt;</a:t>
            </a:r>
          </a:p>
          <a:p>
            <a:pPr marL="0" indent="0" algn="ctr">
              <a:buNone/>
            </a:pPr>
            <a:endParaRPr lang="fr-FR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/>
              </a:solidFill>
            </a:endParaRPr>
          </a:p>
        </p:txBody>
      </p:sp>
      <p:sp>
        <p:nvSpPr>
          <p:cNvPr id="8" name="Interdiction 7"/>
          <p:cNvSpPr/>
          <p:nvPr/>
        </p:nvSpPr>
        <p:spPr>
          <a:xfrm>
            <a:off x="905631" y="2915530"/>
            <a:ext cx="1245995" cy="1026941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2005204" y="3763108"/>
            <a:ext cx="6310366" cy="1554480"/>
          </a:xfrm>
          <a:prstGeom prst="roundRect">
            <a:avLst/>
          </a:prstGeom>
          <a:solidFill>
            <a:srgbClr val="B01513">
              <a:alpha val="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86" b="1" dirty="0">
                <a:solidFill>
                  <a:srgbClr val="FF0000"/>
                </a:solidFill>
              </a:rPr>
              <a:t>L’élément </a:t>
            </a:r>
            <a:r>
              <a:rPr lang="fr-FR" sz="2286" b="1" dirty="0" err="1">
                <a:solidFill>
                  <a:srgbClr val="FF0000"/>
                </a:solidFill>
              </a:rPr>
              <a:t>img</a:t>
            </a:r>
            <a:r>
              <a:rPr lang="fr-FR" sz="2286" b="1" dirty="0">
                <a:solidFill>
                  <a:srgbClr val="FF0000"/>
                </a:solidFill>
              </a:rPr>
              <a:t> est représenté par une </a:t>
            </a:r>
            <a:r>
              <a:rPr lang="fr-FR" sz="2400" b="1" u="sng" dirty="0">
                <a:solidFill>
                  <a:srgbClr val="FF0000"/>
                </a:solidFill>
              </a:rPr>
              <a:t>balise orpheline.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30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598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5132" y="295730"/>
            <a:ext cx="9404723" cy="966648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Les tableaux en HTML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36728" y="1262378"/>
            <a:ext cx="11081982" cy="50019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80" dirty="0"/>
              <a:t>Les tableaux en HTML servent à arranger des données en lignes et colonnes .</a:t>
            </a:r>
          </a:p>
          <a:p>
            <a:pPr marL="0" indent="0">
              <a:buNone/>
            </a:pPr>
            <a:r>
              <a:rPr lang="fr-FR" sz="2600" b="1" u="sng" dirty="0">
                <a:solidFill>
                  <a:schemeClr val="bg1"/>
                </a:solidFill>
              </a:rPr>
              <a:t>Les balises utilisées :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800" b="1" dirty="0">
                <a:solidFill>
                  <a:srgbClr val="00B0F0"/>
                </a:solidFill>
              </a:rPr>
              <a:t>&lt;table&gt;                   </a:t>
            </a:r>
            <a:r>
              <a:rPr lang="fr-FR" sz="2800" b="1" dirty="0"/>
              <a:t>: P</a:t>
            </a:r>
            <a:r>
              <a:rPr lang="fr-FR" sz="2400" dirty="0"/>
              <a:t>our la création de notre table.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800" b="1" dirty="0">
                <a:solidFill>
                  <a:srgbClr val="00B0F0"/>
                </a:solidFill>
              </a:rPr>
              <a:t>&lt;tr&gt;(table </a:t>
            </a:r>
            <a:r>
              <a:rPr lang="fr-FR" sz="2800" b="1" dirty="0" err="1">
                <a:solidFill>
                  <a:srgbClr val="00B0F0"/>
                </a:solidFill>
              </a:rPr>
              <a:t>row</a:t>
            </a:r>
            <a:r>
              <a:rPr lang="fr-FR" sz="2800" b="1" dirty="0">
                <a:solidFill>
                  <a:srgbClr val="00B0F0"/>
                </a:solidFill>
              </a:rPr>
              <a:t> )      </a:t>
            </a:r>
            <a:r>
              <a:rPr lang="fr-FR" sz="2800" b="1" dirty="0"/>
              <a:t>: P</a:t>
            </a:r>
            <a:r>
              <a:rPr lang="fr-FR" sz="2400" dirty="0"/>
              <a:t>our la création des lignes de tableaux.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800" b="1" dirty="0">
                <a:solidFill>
                  <a:srgbClr val="00B0F0"/>
                </a:solidFill>
              </a:rPr>
              <a:t>&lt;td&gt;( table data )  </a:t>
            </a:r>
            <a:r>
              <a:rPr lang="fr-FR" sz="2800" b="1" dirty="0"/>
              <a:t>: P</a:t>
            </a:r>
            <a:r>
              <a:rPr lang="fr-FR" sz="2400" dirty="0"/>
              <a:t>our la création des données utilisées dedans.</a:t>
            </a:r>
          </a:p>
          <a:p>
            <a:pPr marL="0" indent="0">
              <a:buNone/>
            </a:pPr>
            <a:r>
              <a:rPr lang="fr-FR" sz="2600" b="1" u="sng" dirty="0">
                <a:solidFill>
                  <a:schemeClr val="bg1"/>
                </a:solidFill>
              </a:rPr>
              <a:t>Les attributs utilisées (optionnel ) :</a:t>
            </a:r>
          </a:p>
          <a:p>
            <a:pPr marL="0" indent="0">
              <a:buNone/>
            </a:pPr>
            <a:r>
              <a:rPr lang="fr-FR" sz="2600" dirty="0" err="1"/>
              <a:t>cellpadding</a:t>
            </a:r>
            <a:r>
              <a:rPr lang="fr-FR" sz="2600" dirty="0"/>
              <a:t>, border, </a:t>
            </a:r>
            <a:r>
              <a:rPr lang="fr-FR" sz="2600" dirty="0" err="1"/>
              <a:t>cellspacing</a:t>
            </a:r>
            <a:endParaRPr lang="fr-FR" sz="26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31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474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3" y="452719"/>
            <a:ext cx="9404723" cy="912057"/>
          </a:xfrm>
        </p:spPr>
        <p:txBody>
          <a:bodyPr/>
          <a:lstStyle/>
          <a:p>
            <a:r>
              <a:rPr lang="fr-FR" b="1" dirty="0">
                <a:solidFill>
                  <a:srgbClr val="E6B729">
                    <a:lumMod val="40000"/>
                    <a:lumOff val="60000"/>
                  </a:srgbClr>
                </a:solidFill>
              </a:rPr>
              <a:t>Ajouter du contenu media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41195" y="1364776"/>
            <a:ext cx="11696130" cy="5172501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400" b="1" dirty="0"/>
              <a:t>Pour ajouter un audio :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B0F0"/>
                </a:solidFill>
              </a:rPr>
              <a:t>	&lt;audio </a:t>
            </a:r>
            <a:r>
              <a:rPr lang="fr-FR" sz="2400" b="1" dirty="0" err="1">
                <a:solidFill>
                  <a:srgbClr val="00B050"/>
                </a:solidFill>
              </a:rPr>
              <a:t>src</a:t>
            </a:r>
            <a:r>
              <a:rPr lang="fr-FR" sz="2400" b="1" dirty="0">
                <a:solidFill>
                  <a:srgbClr val="00B050"/>
                </a:solidFill>
              </a:rPr>
              <a:t>=</a:t>
            </a:r>
            <a:r>
              <a:rPr lang="fr-FR" sz="2400" b="1" dirty="0">
                <a:solidFill>
                  <a:schemeClr val="accent3">
                    <a:lumMod val="75000"/>
                  </a:schemeClr>
                </a:solidFill>
              </a:rPr>
              <a:t>"source du audio" </a:t>
            </a:r>
            <a:r>
              <a:rPr lang="fr-FR" sz="2400" b="1" dirty="0" err="1">
                <a:solidFill>
                  <a:srgbClr val="00B050"/>
                </a:solidFill>
              </a:rPr>
              <a:t>controls</a:t>
            </a:r>
            <a:r>
              <a:rPr lang="fr-FR" sz="2400" b="1" dirty="0">
                <a:solidFill>
                  <a:srgbClr val="00B0F0"/>
                </a:solidFill>
              </a:rPr>
              <a:t>&gt;&lt;/audio&gt;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fr-FR" sz="2400" b="1" dirty="0"/>
              <a:t>Pour ajouter une vidéo :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B0F0"/>
                </a:solidFill>
              </a:rPr>
              <a:t>     &lt;</a:t>
            </a:r>
            <a:r>
              <a:rPr lang="fr-FR" sz="2400" b="1" dirty="0" err="1">
                <a:solidFill>
                  <a:srgbClr val="00B0F0"/>
                </a:solidFill>
              </a:rPr>
              <a:t>video</a:t>
            </a:r>
            <a:r>
              <a:rPr lang="fr-FR" sz="2400" b="1" dirty="0">
                <a:solidFill>
                  <a:srgbClr val="00B0F0"/>
                </a:solidFill>
              </a:rPr>
              <a:t> </a:t>
            </a:r>
            <a:r>
              <a:rPr lang="fr-FR" sz="2400" b="1" dirty="0" err="1">
                <a:solidFill>
                  <a:srgbClr val="00B050"/>
                </a:solidFill>
              </a:rPr>
              <a:t>src</a:t>
            </a:r>
            <a:r>
              <a:rPr lang="fr-FR" sz="2400" b="1" dirty="0">
                <a:solidFill>
                  <a:srgbClr val="00B050"/>
                </a:solidFill>
              </a:rPr>
              <a:t>=</a:t>
            </a:r>
            <a:r>
              <a:rPr lang="fr-FR" sz="2400" b="1" dirty="0"/>
              <a:t> </a:t>
            </a:r>
            <a:r>
              <a:rPr lang="fr-FR" sz="2400" b="1" dirty="0">
                <a:solidFill>
                  <a:schemeClr val="accent3">
                    <a:lumMod val="75000"/>
                  </a:schemeClr>
                </a:solidFill>
              </a:rPr>
              <a:t>" source du </a:t>
            </a:r>
            <a:r>
              <a:rPr lang="fr-FR" sz="2400" b="1" dirty="0" err="1">
                <a:solidFill>
                  <a:schemeClr val="accent3">
                    <a:lumMod val="75000"/>
                  </a:schemeClr>
                </a:solidFill>
              </a:rPr>
              <a:t>video</a:t>
            </a:r>
            <a:r>
              <a:rPr lang="fr-FR" sz="2400" b="1" dirty="0">
                <a:solidFill>
                  <a:schemeClr val="accent3">
                    <a:lumMod val="75000"/>
                  </a:schemeClr>
                </a:solidFill>
              </a:rPr>
              <a:t>" </a:t>
            </a:r>
            <a:r>
              <a:rPr lang="fr-FR" sz="2400" b="1" dirty="0" err="1">
                <a:solidFill>
                  <a:srgbClr val="00B050"/>
                </a:solidFill>
              </a:rPr>
              <a:t>width</a:t>
            </a:r>
            <a:r>
              <a:rPr lang="fr-FR" sz="2400" b="1" dirty="0">
                <a:solidFill>
                  <a:srgbClr val="00B050"/>
                </a:solidFill>
              </a:rPr>
              <a:t>= </a:t>
            </a:r>
            <a:r>
              <a:rPr lang="fr-FR" sz="2400" b="1" dirty="0">
                <a:solidFill>
                  <a:schemeClr val="accent3">
                    <a:lumMod val="75000"/>
                  </a:schemeClr>
                </a:solidFill>
              </a:rPr>
              <a:t>"375" </a:t>
            </a:r>
            <a:r>
              <a:rPr lang="fr-FR" sz="2400" b="1" dirty="0" err="1">
                <a:solidFill>
                  <a:srgbClr val="00B050"/>
                </a:solidFill>
              </a:rPr>
              <a:t>height</a:t>
            </a:r>
            <a:r>
              <a:rPr lang="fr-FR" sz="2400" b="1" dirty="0">
                <a:solidFill>
                  <a:srgbClr val="00B050"/>
                </a:solidFill>
              </a:rPr>
              <a:t>=</a:t>
            </a:r>
            <a:r>
              <a:rPr lang="fr-FR" sz="2400" b="1" dirty="0">
                <a:solidFill>
                  <a:schemeClr val="accent3">
                    <a:lumMod val="75000"/>
                  </a:schemeClr>
                </a:solidFill>
              </a:rPr>
              <a:t>"280"</a:t>
            </a:r>
            <a:r>
              <a:rPr lang="fr-FR" sz="2400" b="1" dirty="0"/>
              <a:t> </a:t>
            </a:r>
            <a:r>
              <a:rPr lang="fr-FR" sz="2400" b="1" dirty="0" err="1">
                <a:solidFill>
                  <a:srgbClr val="00B050"/>
                </a:solidFill>
              </a:rPr>
              <a:t>controls</a:t>
            </a:r>
            <a:r>
              <a:rPr lang="fr-FR" sz="2400" b="1" dirty="0">
                <a:solidFill>
                  <a:srgbClr val="00B0F0"/>
                </a:solidFill>
              </a:rPr>
              <a:t>&gt;&lt;/</a:t>
            </a:r>
            <a:r>
              <a:rPr lang="fr-FR" sz="2400" b="1" dirty="0" err="1">
                <a:solidFill>
                  <a:srgbClr val="00B0F0"/>
                </a:solidFill>
              </a:rPr>
              <a:t>video</a:t>
            </a:r>
            <a:r>
              <a:rPr lang="fr-FR" sz="2400" b="1" dirty="0">
                <a:solidFill>
                  <a:srgbClr val="00B0F0"/>
                </a:solidFill>
              </a:rPr>
              <a:t>&gt;</a:t>
            </a:r>
          </a:p>
          <a:p>
            <a:pPr marL="0" indent="0">
              <a:buNone/>
            </a:pPr>
            <a:r>
              <a:rPr lang="fr-FR" sz="2400" b="1" u="sng" dirty="0">
                <a:solidFill>
                  <a:schemeClr val="bg1"/>
                </a:solidFill>
              </a:rPr>
              <a:t>Les attributs utilisées (optionnel ) :</a:t>
            </a:r>
          </a:p>
          <a:p>
            <a:pPr marL="0" indent="0">
              <a:buNone/>
            </a:pPr>
            <a:r>
              <a:rPr lang="fr-FR" sz="2400" b="1" dirty="0" err="1">
                <a:solidFill>
                  <a:srgbClr val="00B0F0"/>
                </a:solidFill>
              </a:rPr>
              <a:t>Width</a:t>
            </a:r>
            <a:r>
              <a:rPr lang="fr-FR" sz="2400" b="1" dirty="0">
                <a:solidFill>
                  <a:srgbClr val="00B0F0"/>
                </a:solidFill>
              </a:rPr>
              <a:t> </a:t>
            </a:r>
            <a:r>
              <a:rPr lang="fr-FR" sz="2400" dirty="0"/>
              <a:t>et</a:t>
            </a:r>
            <a:r>
              <a:rPr lang="fr-FR" sz="2400" b="1" dirty="0">
                <a:solidFill>
                  <a:srgbClr val="00B0F0"/>
                </a:solidFill>
              </a:rPr>
              <a:t> </a:t>
            </a:r>
            <a:r>
              <a:rPr lang="fr-FR" sz="2400" b="1" dirty="0" err="1">
                <a:solidFill>
                  <a:srgbClr val="00B0F0"/>
                </a:solidFill>
              </a:rPr>
              <a:t>height</a:t>
            </a:r>
            <a:r>
              <a:rPr lang="fr-FR" sz="2400" b="1" dirty="0">
                <a:solidFill>
                  <a:srgbClr val="00B0F0"/>
                </a:solidFill>
              </a:rPr>
              <a:t> : </a:t>
            </a:r>
            <a:r>
              <a:rPr lang="fr-FR" sz="2400" dirty="0"/>
              <a:t>Pour la taille de la vidéo .</a:t>
            </a:r>
          </a:p>
          <a:p>
            <a:pPr marL="0" indent="0">
              <a:buNone/>
            </a:pPr>
            <a:r>
              <a:rPr lang="fr-FR" sz="2400" b="1" dirty="0" err="1">
                <a:solidFill>
                  <a:srgbClr val="00B0F0"/>
                </a:solidFill>
              </a:rPr>
              <a:t>Controls</a:t>
            </a:r>
            <a:r>
              <a:rPr lang="fr-FR" sz="2400" b="1" dirty="0">
                <a:solidFill>
                  <a:srgbClr val="00B0F0"/>
                </a:solidFill>
              </a:rPr>
              <a:t> : </a:t>
            </a:r>
            <a:r>
              <a:rPr lang="fr-FR" sz="2400" dirty="0"/>
              <a:t>Controller la vidéo.</a:t>
            </a:r>
          </a:p>
          <a:p>
            <a:pPr marL="0" indent="0">
              <a:buNone/>
            </a:pPr>
            <a:r>
              <a:rPr lang="fr-FR" sz="2400" b="1" dirty="0" err="1">
                <a:solidFill>
                  <a:srgbClr val="00B0F0"/>
                </a:solidFill>
              </a:rPr>
              <a:t>Loop</a:t>
            </a:r>
            <a:r>
              <a:rPr lang="fr-FR" sz="2400" b="1" dirty="0">
                <a:solidFill>
                  <a:srgbClr val="00B0F0"/>
                </a:solidFill>
              </a:rPr>
              <a:t>		: </a:t>
            </a:r>
            <a:r>
              <a:rPr lang="fr-FR" sz="2400" dirty="0"/>
              <a:t>Lire la piste audio ou la vidéo en boucle.</a:t>
            </a:r>
            <a:endParaRPr lang="fr-FR" sz="24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fr-FR" sz="2400" b="1" dirty="0" err="1">
                <a:solidFill>
                  <a:srgbClr val="00B0F0"/>
                </a:solidFill>
              </a:rPr>
              <a:t>Autoplay</a:t>
            </a:r>
            <a:r>
              <a:rPr lang="fr-FR" sz="2400" b="1" dirty="0">
                <a:solidFill>
                  <a:srgbClr val="00B0F0"/>
                </a:solidFill>
              </a:rPr>
              <a:t>: </a:t>
            </a:r>
            <a:r>
              <a:rPr lang="fr-FR" sz="2400" dirty="0"/>
              <a:t>lancer la vidéo ou la piste audio lors du chargement de la page.</a:t>
            </a:r>
          </a:p>
          <a:p>
            <a:pPr marL="0" indent="0">
              <a:buNone/>
            </a:pPr>
            <a:r>
              <a:rPr lang="fr-FR" sz="2400" b="1" dirty="0" err="1">
                <a:solidFill>
                  <a:srgbClr val="00B0F0"/>
                </a:solidFill>
              </a:rPr>
              <a:t>Muted</a:t>
            </a:r>
            <a:r>
              <a:rPr lang="fr-FR" sz="2400" b="1" dirty="0">
                <a:solidFill>
                  <a:srgbClr val="00B0F0"/>
                </a:solidFill>
              </a:rPr>
              <a:t>     :  </a:t>
            </a:r>
            <a:r>
              <a:rPr lang="fr-FR" sz="2400" dirty="0"/>
              <a:t>Cet attribut permet de lancer le média avec le son désactivé par défaut.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32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6466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5132" y="363152"/>
            <a:ext cx="9404723" cy="892442"/>
          </a:xfrm>
        </p:spPr>
        <p:txBody>
          <a:bodyPr/>
          <a:lstStyle/>
          <a:p>
            <a:r>
              <a:rPr lang="fr-FR" b="1" dirty="0">
                <a:solidFill>
                  <a:srgbClr val="E6B729">
                    <a:lumMod val="40000"/>
                    <a:lumOff val="60000"/>
                  </a:srgbClr>
                </a:solidFill>
              </a:rPr>
              <a:t>Créer des formulaires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03314" y="1378424"/>
            <a:ext cx="8946541" cy="5090615"/>
          </a:xfrm>
        </p:spPr>
        <p:txBody>
          <a:bodyPr/>
          <a:lstStyle/>
          <a:p>
            <a:r>
              <a:rPr lang="fr-FR" sz="2400" b="1" dirty="0"/>
              <a:t>On utilise l’attribut </a:t>
            </a:r>
            <a:r>
              <a:rPr lang="fr-FR" sz="2400" b="1" dirty="0">
                <a:solidFill>
                  <a:srgbClr val="00B0F0"/>
                </a:solidFill>
              </a:rPr>
              <a:t>&lt;</a:t>
            </a:r>
            <a:r>
              <a:rPr lang="fr-FR" sz="2400" b="1" dirty="0" err="1">
                <a:solidFill>
                  <a:srgbClr val="00B0F0"/>
                </a:solidFill>
              </a:rPr>
              <a:t>form</a:t>
            </a:r>
            <a:r>
              <a:rPr lang="fr-FR" sz="2400" b="1" dirty="0">
                <a:solidFill>
                  <a:srgbClr val="00B0F0"/>
                </a:solidFill>
              </a:rPr>
              <a:t> &gt;&lt;/</a:t>
            </a:r>
            <a:r>
              <a:rPr lang="fr-FR" sz="2400" b="1" dirty="0" err="1">
                <a:solidFill>
                  <a:srgbClr val="00B0F0"/>
                </a:solidFill>
              </a:rPr>
              <a:t>form</a:t>
            </a:r>
            <a:r>
              <a:rPr lang="fr-FR" sz="2400" b="1" dirty="0">
                <a:solidFill>
                  <a:srgbClr val="00B0F0"/>
                </a:solidFill>
              </a:rPr>
              <a:t>&gt; </a:t>
            </a:r>
            <a:r>
              <a:rPr lang="fr-FR" sz="2400" b="1" dirty="0"/>
              <a:t>.</a:t>
            </a:r>
          </a:p>
          <a:p>
            <a:r>
              <a:rPr lang="fr-FR" sz="2400" b="1" dirty="0"/>
              <a:t>Les type de </a:t>
            </a:r>
            <a:r>
              <a:rPr lang="fr-FR" sz="2400" b="1" dirty="0" err="1"/>
              <a:t>form</a:t>
            </a:r>
            <a:r>
              <a:rPr lang="fr-FR" sz="2400" b="1" dirty="0"/>
              <a:t> :</a:t>
            </a:r>
          </a:p>
          <a:p>
            <a:pPr lvl="2"/>
            <a:r>
              <a:rPr lang="fr-FR" sz="2200" b="1" dirty="0" err="1"/>
              <a:t>Text</a:t>
            </a:r>
            <a:r>
              <a:rPr lang="fr-FR" sz="2200" b="1" dirty="0"/>
              <a:t> .</a:t>
            </a:r>
          </a:p>
          <a:p>
            <a:pPr lvl="2"/>
            <a:r>
              <a:rPr lang="fr-FR" sz="2200" b="1" dirty="0"/>
              <a:t>Email .</a:t>
            </a:r>
          </a:p>
          <a:p>
            <a:pPr lvl="2"/>
            <a:r>
              <a:rPr lang="fr-FR" sz="2200" b="1" dirty="0"/>
              <a:t>Liste déroulante .</a:t>
            </a:r>
          </a:p>
          <a:p>
            <a:pPr lvl="2"/>
            <a:r>
              <a:rPr lang="fr-FR" sz="2200" b="1" dirty="0" err="1"/>
              <a:t>Checkbox</a:t>
            </a:r>
            <a:r>
              <a:rPr lang="fr-FR" sz="2200" b="1" dirty="0"/>
              <a:t>.</a:t>
            </a:r>
          </a:p>
          <a:p>
            <a:pPr lvl="2"/>
            <a:r>
              <a:rPr lang="fr-FR" sz="2200" b="1" dirty="0"/>
              <a:t>Radio .</a:t>
            </a:r>
          </a:p>
          <a:p>
            <a:pPr marL="0" indent="0" algn="ctr">
              <a:buNone/>
            </a:pPr>
            <a:endParaRPr lang="fr-FR" sz="2581" b="1" u="sng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r>
              <a:rPr lang="fr-FR" sz="3000" b="1" u="sng" dirty="0">
                <a:solidFill>
                  <a:schemeClr val="bg1"/>
                </a:solidFill>
              </a:rPr>
              <a:t>Exemple</a:t>
            </a:r>
            <a:r>
              <a:rPr lang="fr-FR" sz="2581" b="1" u="sng" dirty="0">
                <a:solidFill>
                  <a:schemeClr val="bg1"/>
                </a:solidFill>
              </a:rPr>
              <a:t> </a:t>
            </a:r>
          </a:p>
          <a:p>
            <a:pPr marL="870874" lvl="2" indent="0">
              <a:buNone/>
            </a:pPr>
            <a:endParaRPr lang="fr-FR" sz="2200" b="1" dirty="0"/>
          </a:p>
          <a:p>
            <a:pPr lvl="2"/>
            <a:endParaRPr lang="fr-FR" dirty="0"/>
          </a:p>
          <a:p>
            <a:pPr lvl="2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33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673" y="2112305"/>
            <a:ext cx="6430327" cy="413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28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4967" y="2728736"/>
            <a:ext cx="10215001" cy="1400530"/>
          </a:xfrm>
        </p:spPr>
        <p:txBody>
          <a:bodyPr/>
          <a:lstStyle/>
          <a:p>
            <a:pPr algn="ctr"/>
            <a:r>
              <a:rPr lang="fr-FR" sz="7524" b="1" dirty="0">
                <a:solidFill>
                  <a:schemeClr val="accent2"/>
                </a:solidFill>
              </a:rPr>
              <a:t>APPRENDRE DU CSS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34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27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warp dir="in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3" y="1057784"/>
            <a:ext cx="9404723" cy="1034887"/>
          </a:xfrm>
        </p:spPr>
        <p:txBody>
          <a:bodyPr/>
          <a:lstStyle/>
          <a:p>
            <a:pPr algn="ctr"/>
            <a:r>
              <a:rPr lang="fr-FR" sz="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Pourquoi le CSS ???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646113" y="3121925"/>
            <a:ext cx="10181230" cy="1873155"/>
          </a:xfrm>
        </p:spPr>
        <p:txBody>
          <a:bodyPr>
            <a:normAutofit/>
          </a:bodyPr>
          <a:lstStyle/>
          <a:p>
            <a:r>
              <a:rPr lang="fr-FR" sz="2600" b="1" dirty="0"/>
              <a:t>Donner de la vie à votre page web .</a:t>
            </a:r>
          </a:p>
          <a:p>
            <a:r>
              <a:rPr lang="fr-FR" sz="2600" b="1" dirty="0"/>
              <a:t>Gagner du temps .</a:t>
            </a:r>
          </a:p>
          <a:p>
            <a:r>
              <a:rPr lang="fr-FR" sz="2600" b="1" dirty="0"/>
              <a:t>Facile à faire de modifications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35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5493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5631" y="452719"/>
            <a:ext cx="8956879" cy="728968"/>
          </a:xfrm>
        </p:spPr>
        <p:txBody>
          <a:bodyPr/>
          <a:lstStyle/>
          <a:p>
            <a:r>
              <a:rPr lang="fr-FR" b="1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Où</a:t>
            </a:r>
            <a:r>
              <a:rPr lang="fr-F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écrire le code CSS ? </a:t>
            </a:r>
          </a:p>
        </p:txBody>
      </p:sp>
      <p:cxnSp>
        <p:nvCxnSpPr>
          <p:cNvPr id="5" name="Connecteur droit avec flèche 4"/>
          <p:cNvCxnSpPr/>
          <p:nvPr/>
        </p:nvCxnSpPr>
        <p:spPr>
          <a:xfrm flipH="1">
            <a:off x="3608671" y="1359878"/>
            <a:ext cx="2470585" cy="1303629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>
            <a:off x="6064157" y="1319160"/>
            <a:ext cx="15098" cy="123061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6096001" y="1359878"/>
            <a:ext cx="3211772" cy="1254346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17" y="2919046"/>
            <a:ext cx="3057498" cy="3938954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194" y="3657600"/>
            <a:ext cx="3804757" cy="3200401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314" y="3295939"/>
            <a:ext cx="2538389" cy="2170937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191" y="4014608"/>
            <a:ext cx="3381813" cy="255305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323163" y="2178149"/>
            <a:ext cx="2504002" cy="973015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u="sng" dirty="0">
                <a:solidFill>
                  <a:srgbClr val="00B0F0"/>
                </a:solidFill>
              </a:rPr>
              <a:t>Dans un élément HTML style</a:t>
            </a:r>
          </a:p>
          <a:p>
            <a:pPr algn="ctr"/>
            <a:endParaRPr lang="fr-FR" sz="1714" dirty="0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63278" y="2727961"/>
            <a:ext cx="3291735" cy="929639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u="sng" dirty="0">
                <a:solidFill>
                  <a:srgbClr val="00B0F0"/>
                </a:solidFill>
              </a:rPr>
              <a:t>Dans la balise ouvrante des éléments HTML</a:t>
            </a:r>
          </a:p>
          <a:p>
            <a:pPr algn="ctr"/>
            <a:endParaRPr lang="fr-FR" sz="1619" dirty="0">
              <a:solidFill>
                <a:prstClr val="white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591126" y="2727961"/>
            <a:ext cx="2599615" cy="718669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u="sng" dirty="0">
                <a:solidFill>
                  <a:srgbClr val="00B0F0"/>
                </a:solidFill>
              </a:rPr>
              <a:t>Dans un fichier CSS séparé</a:t>
            </a:r>
          </a:p>
          <a:p>
            <a:pPr algn="ctr"/>
            <a:endParaRPr lang="fr-FR" sz="1714" dirty="0">
              <a:solidFill>
                <a:prstClr val="white"/>
              </a:solidFill>
            </a:endParaRP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36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36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262581" y="452719"/>
            <a:ext cx="10355377" cy="827442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Syntaxe : Sélecteur, Propriétés, Valeurs</a:t>
            </a:r>
            <a:endParaRPr lang="fr-F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4224" y="2374980"/>
            <a:ext cx="1594338" cy="671732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381" b="1" dirty="0">
                <a:solidFill>
                  <a:srgbClr val="54849A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</a:rPr>
              <a:t>sélecteur</a:t>
            </a:r>
            <a:endParaRPr lang="fr-FR" sz="2381" b="1" dirty="0">
              <a:solidFill>
                <a:srgbClr val="54849A"/>
              </a:solidFill>
            </a:endParaRPr>
          </a:p>
        </p:txBody>
      </p:sp>
      <p:sp>
        <p:nvSpPr>
          <p:cNvPr id="8" name="Flèche droite 7"/>
          <p:cNvSpPr/>
          <p:nvPr/>
        </p:nvSpPr>
        <p:spPr>
          <a:xfrm>
            <a:off x="2751152" y="2639803"/>
            <a:ext cx="931817" cy="142084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82970" y="2424217"/>
            <a:ext cx="659110" cy="573258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381" b="1" dirty="0">
                <a:solidFill>
                  <a:srgbClr val="54849A"/>
                </a:solidFill>
                <a:latin typeface="Arial Black" panose="020B0A04020102020204" pitchFamily="34" charset="0"/>
              </a:rPr>
              <a:t>p</a:t>
            </a:r>
          </a:p>
        </p:txBody>
      </p:sp>
      <p:sp>
        <p:nvSpPr>
          <p:cNvPr id="10" name="Accolade ouvrante 9"/>
          <p:cNvSpPr/>
          <p:nvPr/>
        </p:nvSpPr>
        <p:spPr>
          <a:xfrm>
            <a:off x="4394672" y="2377449"/>
            <a:ext cx="318930" cy="671732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72245" y="3631264"/>
            <a:ext cx="1889090" cy="717452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381" b="1" dirty="0">
                <a:solidFill>
                  <a:srgbClr val="B01513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</a:rPr>
              <a:t>propriétés</a:t>
            </a:r>
            <a:endParaRPr lang="fr-FR" sz="2381" b="1" dirty="0">
              <a:solidFill>
                <a:srgbClr val="B0151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84542" y="3270490"/>
            <a:ext cx="1397837" cy="590844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57" b="1" dirty="0">
                <a:solidFill>
                  <a:srgbClr val="B01513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</a:rPr>
              <a:t>color</a:t>
            </a:r>
            <a:endParaRPr lang="fr-FR" sz="2857" b="1" dirty="0">
              <a:solidFill>
                <a:srgbClr val="B01513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684540" y="4355062"/>
            <a:ext cx="1621263" cy="590844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81" b="1" dirty="0">
                <a:solidFill>
                  <a:srgbClr val="B01513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</a:rPr>
              <a:t>font-size</a:t>
            </a:r>
            <a:endParaRPr lang="fr-FR" sz="2381" b="1" dirty="0">
              <a:solidFill>
                <a:srgbClr val="B01513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464673" y="3911654"/>
            <a:ext cx="1397837" cy="590844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76" b="1" dirty="0">
                <a:solidFill>
                  <a:srgbClr val="00B05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</a:rPr>
              <a:t>valeurs</a:t>
            </a:r>
            <a:endParaRPr lang="fr-FR" sz="2476" b="1" dirty="0">
              <a:solidFill>
                <a:srgbClr val="00B050"/>
              </a:solidFill>
            </a:endParaRPr>
          </a:p>
        </p:txBody>
      </p:sp>
      <p:cxnSp>
        <p:nvCxnSpPr>
          <p:cNvPr id="23" name="Connecteur droit avec flèche 22"/>
          <p:cNvCxnSpPr>
            <a:stCxn id="21" idx="1"/>
          </p:cNvCxnSpPr>
          <p:nvPr/>
        </p:nvCxnSpPr>
        <p:spPr>
          <a:xfrm flipH="1" flipV="1">
            <a:off x="6812386" y="3764051"/>
            <a:ext cx="1652287" cy="44302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21" idx="1"/>
          </p:cNvCxnSpPr>
          <p:nvPr/>
        </p:nvCxnSpPr>
        <p:spPr>
          <a:xfrm flipH="1">
            <a:off x="6952730" y="4207077"/>
            <a:ext cx="1511941" cy="43076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 flipV="1">
            <a:off x="3285578" y="3617738"/>
            <a:ext cx="1500686" cy="366612"/>
          </a:xfrm>
          <a:prstGeom prst="straightConnector1">
            <a:avLst/>
          </a:prstGeom>
          <a:ln>
            <a:solidFill>
              <a:srgbClr val="B0151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/>
          <p:nvPr/>
        </p:nvCxnSpPr>
        <p:spPr>
          <a:xfrm>
            <a:off x="3271525" y="4050449"/>
            <a:ext cx="1514740" cy="587395"/>
          </a:xfrm>
          <a:prstGeom prst="straightConnector1">
            <a:avLst/>
          </a:prstGeom>
          <a:ln>
            <a:solidFill>
              <a:srgbClr val="B0151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Accolade fermante 37"/>
          <p:cNvSpPr/>
          <p:nvPr/>
        </p:nvSpPr>
        <p:spPr>
          <a:xfrm>
            <a:off x="4486860" y="5473694"/>
            <a:ext cx="453484" cy="70202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878498" y="3250810"/>
            <a:ext cx="188875" cy="590844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57" b="1" dirty="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21537" y="3259711"/>
            <a:ext cx="1142291" cy="590844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381" b="1" dirty="0" err="1">
                <a:solidFill>
                  <a:srgbClr val="00B050"/>
                </a:solidFill>
              </a:rPr>
              <a:t>blue</a:t>
            </a:r>
            <a:endParaRPr lang="fr-FR" sz="2381" b="1" dirty="0">
              <a:solidFill>
                <a:srgbClr val="00B05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799088" y="3273249"/>
            <a:ext cx="279965" cy="590844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381" b="1" dirty="0">
                <a:solidFill>
                  <a:prstClr val="black"/>
                </a:solidFill>
              </a:rPr>
              <a:t>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1050" y="4344145"/>
            <a:ext cx="188875" cy="590844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57" b="1" dirty="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56902" y="4416195"/>
            <a:ext cx="1397837" cy="590844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381" b="1" dirty="0">
                <a:solidFill>
                  <a:srgbClr val="00B050"/>
                </a:solidFill>
              </a:rPr>
              <a:t>14px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52732" y="4443270"/>
            <a:ext cx="279965" cy="590844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381" b="1" dirty="0">
                <a:solidFill>
                  <a:prstClr val="black"/>
                </a:solidFill>
              </a:rPr>
              <a:t>;</a:t>
            </a:r>
          </a:p>
        </p:txBody>
      </p:sp>
      <p:sp>
        <p:nvSpPr>
          <p:cNvPr id="58" name="Flèche à angle droit 57"/>
          <p:cNvSpPr/>
          <p:nvPr/>
        </p:nvSpPr>
        <p:spPr>
          <a:xfrm flipH="1" flipV="1">
            <a:off x="1600922" y="1875369"/>
            <a:ext cx="3887713" cy="646736"/>
          </a:xfrm>
          <a:prstGeom prst="bentUp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541225" y="1337653"/>
            <a:ext cx="4321284" cy="1478163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905" b="1" dirty="0">
                <a:solidFill>
                  <a:srgbClr val="54849A"/>
                </a:solidFill>
              </a:rPr>
              <a:t>détermine à quel élément un style doit être appliqué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2581" y="4636784"/>
            <a:ext cx="4135313" cy="1268212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905" b="1" dirty="0">
                <a:solidFill>
                  <a:srgbClr val="C00000"/>
                </a:solidFill>
              </a:rPr>
              <a:t>détermine le style qui va être appliqué à un élément</a:t>
            </a:r>
          </a:p>
        </p:txBody>
      </p:sp>
      <p:sp>
        <p:nvSpPr>
          <p:cNvPr id="61" name="Flèche vers le haut 60"/>
          <p:cNvSpPr/>
          <p:nvPr/>
        </p:nvSpPr>
        <p:spPr>
          <a:xfrm>
            <a:off x="2098909" y="4207077"/>
            <a:ext cx="241590" cy="66433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812386" y="4738693"/>
            <a:ext cx="4825839" cy="1577239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905" b="1" dirty="0">
                <a:solidFill>
                  <a:srgbClr val="00B050"/>
                </a:solidFill>
              </a:rPr>
              <a:t>détermine le comportement d’une propriété</a:t>
            </a:r>
          </a:p>
        </p:txBody>
      </p:sp>
      <p:sp>
        <p:nvSpPr>
          <p:cNvPr id="63" name="Flèche vers le haut 62"/>
          <p:cNvSpPr/>
          <p:nvPr/>
        </p:nvSpPr>
        <p:spPr>
          <a:xfrm>
            <a:off x="8990805" y="4379452"/>
            <a:ext cx="241590" cy="664330"/>
          </a:xfrm>
          <a:prstGeom prst="upArrow">
            <a:avLst/>
          </a:prstGeom>
          <a:solidFill>
            <a:srgbClr val="00B050"/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28" name="Espace réservé du numéro de diapositive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37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2694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3" y="452719"/>
            <a:ext cx="9404723" cy="761932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CSS – Arrière-plan (background):</a:t>
            </a:r>
            <a:endParaRPr lang="fr-F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04295" y="1869745"/>
            <a:ext cx="8946541" cy="4067032"/>
          </a:xfrm>
        </p:spPr>
        <p:txBody>
          <a:bodyPr/>
          <a:lstStyle/>
          <a:p>
            <a:r>
              <a:rPr lang="fr-FR" sz="2400" b="1" dirty="0">
                <a:solidFill>
                  <a:srgbClr val="00B0F0"/>
                </a:solidFill>
              </a:rPr>
              <a:t>background-</a:t>
            </a:r>
            <a:r>
              <a:rPr lang="fr-FR" sz="2400" b="1" dirty="0" err="1">
                <a:solidFill>
                  <a:srgbClr val="00B0F0"/>
                </a:solidFill>
              </a:rPr>
              <a:t>color</a:t>
            </a:r>
            <a:r>
              <a:rPr lang="fr-FR" b="1" dirty="0"/>
              <a:t>      </a:t>
            </a:r>
            <a:r>
              <a:rPr lang="fr-FR" sz="2200" b="1" dirty="0"/>
              <a:t>: </a:t>
            </a:r>
            <a:r>
              <a:rPr lang="fr-FR" sz="2200" dirty="0"/>
              <a:t>Propriété utilisée pour définir la couleur d'arrière-plan d'un élément. (background-</a:t>
            </a:r>
            <a:r>
              <a:rPr lang="fr-FR" sz="2200" dirty="0" err="1"/>
              <a:t>color</a:t>
            </a:r>
            <a:r>
              <a:rPr lang="fr-FR" sz="2200" dirty="0"/>
              <a:t> : </a:t>
            </a:r>
            <a:r>
              <a:rPr lang="fr-FR" sz="2200" dirty="0" err="1"/>
              <a:t>red</a:t>
            </a:r>
            <a:r>
              <a:rPr lang="fr-FR" sz="2200" dirty="0"/>
              <a:t>)</a:t>
            </a:r>
          </a:p>
          <a:p>
            <a:r>
              <a:rPr lang="fr-FR" sz="2400" b="1" dirty="0">
                <a:solidFill>
                  <a:srgbClr val="00B0F0"/>
                </a:solidFill>
              </a:rPr>
              <a:t>background-image</a:t>
            </a:r>
            <a:r>
              <a:rPr lang="fr-FR" dirty="0"/>
              <a:t>    </a:t>
            </a:r>
            <a:r>
              <a:rPr lang="fr-FR" sz="2200" dirty="0"/>
              <a:t>: Propriété utilisée pour définir l'image d'arrière-plan d'un élément.</a:t>
            </a:r>
          </a:p>
          <a:p>
            <a:r>
              <a:rPr lang="fr-FR" sz="2400" b="1" dirty="0">
                <a:solidFill>
                  <a:srgbClr val="00B0F0"/>
                </a:solidFill>
              </a:rPr>
              <a:t>background-</a:t>
            </a:r>
            <a:r>
              <a:rPr lang="fr-FR" sz="2400" b="1" dirty="0" err="1">
                <a:solidFill>
                  <a:srgbClr val="00B0F0"/>
                </a:solidFill>
              </a:rPr>
              <a:t>repeat</a:t>
            </a:r>
            <a:r>
              <a:rPr lang="fr-FR" b="1" dirty="0"/>
              <a:t>   </a:t>
            </a:r>
            <a:r>
              <a:rPr lang="fr-FR" sz="2200" b="1" dirty="0"/>
              <a:t>: </a:t>
            </a:r>
            <a:r>
              <a:rPr lang="fr-FR" sz="2200" dirty="0"/>
              <a:t>Propriété  utilisée pour contrôler la répétition d'une image en arrière-plan.</a:t>
            </a:r>
          </a:p>
          <a:p>
            <a:r>
              <a:rPr lang="fr-FR" sz="2400" b="1" dirty="0">
                <a:solidFill>
                  <a:srgbClr val="00B0F0"/>
                </a:solidFill>
              </a:rPr>
              <a:t>background-position</a:t>
            </a:r>
            <a:r>
              <a:rPr lang="fr-FR" b="1" dirty="0"/>
              <a:t> </a:t>
            </a:r>
            <a:r>
              <a:rPr lang="fr-FR" sz="2200" b="1" dirty="0"/>
              <a:t>: </a:t>
            </a:r>
            <a:r>
              <a:rPr lang="fr-FR" sz="2200" dirty="0"/>
              <a:t>Propriété  utilisée pour contrôler la position d'une image en arrière-plan.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38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5250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3" y="452719"/>
            <a:ext cx="9404723" cy="966648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CSS – Polices (fonts) :</a:t>
            </a:r>
            <a:endParaRPr lang="fr-F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04295" y="1856096"/>
            <a:ext cx="8946541" cy="3425588"/>
          </a:xfrm>
        </p:spPr>
        <p:txBody>
          <a:bodyPr/>
          <a:lstStyle/>
          <a:p>
            <a:r>
              <a:rPr lang="fr-FR" sz="2400" b="1" dirty="0">
                <a:solidFill>
                  <a:srgbClr val="00B0F0"/>
                </a:solidFill>
              </a:rPr>
              <a:t>font-style</a:t>
            </a:r>
            <a:r>
              <a:rPr lang="fr-FR" b="1" dirty="0"/>
              <a:t>     </a:t>
            </a:r>
            <a:r>
              <a:rPr lang="fr-FR" sz="2200" b="1" dirty="0"/>
              <a:t>: </a:t>
            </a:r>
            <a:r>
              <a:rPr lang="fr-FR" sz="2200" dirty="0"/>
              <a:t>Propriété est utilisée pour faire une police italique ou oblique.(font-style : </a:t>
            </a:r>
            <a:r>
              <a:rPr lang="fr-FR" sz="2200" dirty="0" err="1"/>
              <a:t>italic</a:t>
            </a:r>
            <a:r>
              <a:rPr lang="fr-FR" sz="2200" dirty="0"/>
              <a:t> ).</a:t>
            </a:r>
          </a:p>
          <a:p>
            <a:r>
              <a:rPr lang="fr-FR" sz="2400" b="1" dirty="0">
                <a:solidFill>
                  <a:srgbClr val="00B0F0"/>
                </a:solidFill>
              </a:rPr>
              <a:t>font-</a:t>
            </a:r>
            <a:r>
              <a:rPr lang="fr-FR" sz="2400" b="1" dirty="0" err="1">
                <a:solidFill>
                  <a:srgbClr val="00B0F0"/>
                </a:solidFill>
              </a:rPr>
              <a:t>weight</a:t>
            </a:r>
            <a:r>
              <a:rPr lang="fr-FR" sz="2400" b="1" dirty="0">
                <a:solidFill>
                  <a:srgbClr val="00B0F0"/>
                </a:solidFill>
              </a:rPr>
              <a:t> </a:t>
            </a:r>
            <a:r>
              <a:rPr lang="fr-FR" b="1" dirty="0"/>
              <a:t> </a:t>
            </a:r>
            <a:r>
              <a:rPr lang="fr-FR" sz="2200" b="1" dirty="0"/>
              <a:t>:</a:t>
            </a:r>
            <a:r>
              <a:rPr lang="fr-FR" sz="2200" dirty="0"/>
              <a:t> Propriété  utilisée pour augmenter ou diminuer la manière dont une police est en gras ou claire. (font-</a:t>
            </a:r>
            <a:r>
              <a:rPr lang="fr-FR" sz="2200" dirty="0" err="1"/>
              <a:t>weight</a:t>
            </a:r>
            <a:r>
              <a:rPr lang="fr-FR" sz="2200" dirty="0"/>
              <a:t> : </a:t>
            </a:r>
            <a:r>
              <a:rPr lang="fr-FR" sz="2200" dirty="0" err="1"/>
              <a:t>bold</a:t>
            </a:r>
            <a:r>
              <a:rPr lang="fr-FR" sz="2200" dirty="0"/>
              <a:t>)</a:t>
            </a:r>
          </a:p>
          <a:p>
            <a:r>
              <a:rPr lang="fr-FR" sz="2400" b="1" dirty="0">
                <a:solidFill>
                  <a:srgbClr val="00B0F0"/>
                </a:solidFill>
              </a:rPr>
              <a:t>font-size    </a:t>
            </a:r>
            <a:r>
              <a:rPr lang="fr-FR" b="1" dirty="0"/>
              <a:t>   </a:t>
            </a:r>
            <a:r>
              <a:rPr lang="fr-FR" sz="2200" b="1" dirty="0"/>
              <a:t>: </a:t>
            </a:r>
            <a:r>
              <a:rPr lang="fr-FR" sz="2200" dirty="0"/>
              <a:t>Propriété utilisée pour augmenter ou diminuer la taille d'une police. ( font-size : 20px ou font-size : </a:t>
            </a:r>
            <a:r>
              <a:rPr lang="fr-FR" sz="2200" dirty="0" err="1"/>
              <a:t>small</a:t>
            </a:r>
            <a:r>
              <a:rPr lang="fr-FR" sz="2200" dirty="0"/>
              <a:t> … 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39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4665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3" y="423395"/>
            <a:ext cx="9404723" cy="1280043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CSS – Texte (</a:t>
            </a:r>
            <a:r>
              <a:rPr lang="fr-FR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text</a:t>
            </a:r>
            <a:r>
              <a:rPr lang="fr-F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) :</a:t>
            </a:r>
            <a:endParaRPr lang="fr-F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89064" y="1853249"/>
            <a:ext cx="9012625" cy="3930555"/>
          </a:xfrm>
        </p:spPr>
        <p:txBody>
          <a:bodyPr/>
          <a:lstStyle/>
          <a:p>
            <a:r>
              <a:rPr lang="fr-FR" sz="2400" b="1" dirty="0" err="1">
                <a:solidFill>
                  <a:srgbClr val="00B0F0"/>
                </a:solidFill>
              </a:rPr>
              <a:t>Color</a:t>
            </a:r>
            <a:r>
              <a:rPr lang="fr-FR" b="1" dirty="0"/>
              <a:t> : </a:t>
            </a:r>
            <a:r>
              <a:rPr lang="fr-FR" sz="2200" dirty="0"/>
              <a:t>Propriété  utilisée pour définir la couleur d'un texte</a:t>
            </a:r>
            <a:r>
              <a:rPr lang="fr-FR" dirty="0"/>
              <a:t>.</a:t>
            </a:r>
          </a:p>
          <a:p>
            <a:r>
              <a:rPr lang="fr-FR" sz="2400" b="1" dirty="0" err="1">
                <a:solidFill>
                  <a:srgbClr val="00B0F0"/>
                </a:solidFill>
              </a:rPr>
              <a:t>letter-spacing</a:t>
            </a:r>
            <a:r>
              <a:rPr lang="fr-FR" b="1" dirty="0"/>
              <a:t> : </a:t>
            </a:r>
            <a:r>
              <a:rPr lang="fr-FR" sz="2200" dirty="0"/>
              <a:t>Propriété utilisée pour ajouter ou soustraire de l'espace entre les lettres qui composent un mot.</a:t>
            </a:r>
          </a:p>
          <a:p>
            <a:r>
              <a:rPr lang="fr-FR" sz="2400" b="1" dirty="0" err="1">
                <a:solidFill>
                  <a:srgbClr val="00B0F0"/>
                </a:solidFill>
              </a:rPr>
              <a:t>word-spacing</a:t>
            </a:r>
            <a:r>
              <a:rPr lang="fr-FR" b="1" dirty="0"/>
              <a:t> : </a:t>
            </a:r>
            <a:r>
              <a:rPr lang="fr-FR" sz="2200" dirty="0"/>
              <a:t>Propriété utilisée pour ajouter ou soustraire de l'espace entre les mots qui composent une phrase.</a:t>
            </a:r>
          </a:p>
          <a:p>
            <a:r>
              <a:rPr lang="fr-FR" sz="2400" b="1" dirty="0" err="1">
                <a:solidFill>
                  <a:srgbClr val="00B0F0"/>
                </a:solidFill>
              </a:rPr>
              <a:t>text-align</a:t>
            </a:r>
            <a:r>
              <a:rPr lang="fr-FR" b="1" dirty="0"/>
              <a:t> :  </a:t>
            </a:r>
            <a:r>
              <a:rPr lang="fr-FR" sz="2200" dirty="0"/>
              <a:t>Propriété utilisée pour aligner le texte d'un document. ( </a:t>
            </a:r>
            <a:r>
              <a:rPr lang="fr-FR" sz="2200" dirty="0" err="1"/>
              <a:t>text-align</a:t>
            </a:r>
            <a:r>
              <a:rPr lang="fr-FR" sz="2200" dirty="0"/>
              <a:t> : center ou </a:t>
            </a:r>
            <a:r>
              <a:rPr lang="fr-FR" sz="2200" dirty="0" err="1"/>
              <a:t>text-align</a:t>
            </a:r>
            <a:r>
              <a:rPr lang="fr-FR" sz="2200" dirty="0"/>
              <a:t> : right)</a:t>
            </a:r>
          </a:p>
          <a:p>
            <a:r>
              <a:rPr lang="fr-FR" sz="2400" b="1" dirty="0" err="1">
                <a:solidFill>
                  <a:srgbClr val="00B0F0"/>
                </a:solidFill>
              </a:rPr>
              <a:t>text-indent</a:t>
            </a:r>
            <a:r>
              <a:rPr lang="fr-FR" b="1" dirty="0"/>
              <a:t> : </a:t>
            </a:r>
            <a:r>
              <a:rPr lang="fr-FR" sz="2200" dirty="0"/>
              <a:t>Propriété utilisée pour indenter le texte d'un paragraphe.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40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9933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CSS – Marges (</a:t>
            </a:r>
            <a:r>
              <a:rPr lang="fr-FR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Margins</a:t>
            </a:r>
            <a:r>
              <a:rPr lang="fr-F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) :</a:t>
            </a:r>
            <a:endParaRPr lang="fr-F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04295" y="2421409"/>
            <a:ext cx="8946541" cy="2409899"/>
          </a:xfrm>
        </p:spPr>
        <p:txBody>
          <a:bodyPr/>
          <a:lstStyle/>
          <a:p>
            <a:r>
              <a:rPr lang="fr-FR" sz="2400" b="1" dirty="0" err="1">
                <a:solidFill>
                  <a:srgbClr val="00B0F0"/>
                </a:solidFill>
              </a:rPr>
              <a:t>margin-left</a:t>
            </a:r>
            <a:r>
              <a:rPr lang="fr-FR" sz="2400" b="1" dirty="0">
                <a:solidFill>
                  <a:srgbClr val="00B0F0"/>
                </a:solidFill>
              </a:rPr>
              <a:t>  </a:t>
            </a:r>
            <a:r>
              <a:rPr lang="fr-FR" b="1" dirty="0"/>
              <a:t>     : </a:t>
            </a:r>
            <a:r>
              <a:rPr lang="fr-FR" sz="2200" dirty="0"/>
              <a:t>Spécifie la marge gauche d'un élément.</a:t>
            </a:r>
          </a:p>
          <a:p>
            <a:r>
              <a:rPr lang="fr-FR" sz="2400" b="1" dirty="0" err="1">
                <a:solidFill>
                  <a:srgbClr val="00B0F0"/>
                </a:solidFill>
              </a:rPr>
              <a:t>margin</a:t>
            </a:r>
            <a:r>
              <a:rPr lang="fr-FR" sz="2400" b="1" dirty="0">
                <a:solidFill>
                  <a:srgbClr val="00B0F0"/>
                </a:solidFill>
              </a:rPr>
              <a:t>-right </a:t>
            </a:r>
            <a:r>
              <a:rPr lang="fr-FR" b="1" dirty="0"/>
              <a:t>    : </a:t>
            </a:r>
            <a:r>
              <a:rPr lang="fr-FR" sz="2200" dirty="0"/>
              <a:t>Spécifie la marge droite d'un élément.</a:t>
            </a:r>
          </a:p>
          <a:p>
            <a:r>
              <a:rPr lang="fr-FR" sz="2400" b="1" dirty="0" err="1">
                <a:solidFill>
                  <a:srgbClr val="00B0F0"/>
                </a:solidFill>
              </a:rPr>
              <a:t>margin</a:t>
            </a:r>
            <a:r>
              <a:rPr lang="fr-FR" sz="2400" b="1" dirty="0">
                <a:solidFill>
                  <a:srgbClr val="00B0F0"/>
                </a:solidFill>
              </a:rPr>
              <a:t>-top</a:t>
            </a:r>
            <a:r>
              <a:rPr lang="fr-FR" b="1" dirty="0"/>
              <a:t>       :  </a:t>
            </a:r>
            <a:r>
              <a:rPr lang="fr-FR" sz="2200" dirty="0"/>
              <a:t>Spécifie la marge supérieure d'un élément.</a:t>
            </a:r>
          </a:p>
          <a:p>
            <a:r>
              <a:rPr lang="fr-FR" sz="2400" b="1" dirty="0" err="1">
                <a:solidFill>
                  <a:srgbClr val="00B0F0"/>
                </a:solidFill>
              </a:rPr>
              <a:t>margin-bottom</a:t>
            </a:r>
            <a:r>
              <a:rPr lang="fr-FR" b="1" dirty="0"/>
              <a:t> : </a:t>
            </a:r>
            <a:r>
              <a:rPr lang="fr-FR" sz="2200" dirty="0"/>
              <a:t>Spécifie la marge inferieure  d'un élément.</a:t>
            </a:r>
          </a:p>
          <a:p>
            <a:endParaRPr lang="fr-FR" sz="2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41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4266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5631" y="452718"/>
            <a:ext cx="8956879" cy="841510"/>
          </a:xfrm>
        </p:spPr>
        <p:txBody>
          <a:bodyPr/>
          <a:lstStyle/>
          <a:p>
            <a:r>
              <a:rPr lang="fr-FR" sz="4191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LES SELECTEURS SIMPLES</a:t>
            </a:r>
            <a:endParaRPr lang="fr-F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65425" y="1533379"/>
            <a:ext cx="10155534" cy="5148776"/>
          </a:xfrm>
        </p:spPr>
        <p:txBody>
          <a:bodyPr/>
          <a:lstStyle/>
          <a:p>
            <a:r>
              <a:rPr lang="fr-FR" sz="2857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On appellera sélecteurs simples les éléments HTML qui ne possèdent pas d’attribut (ex : p).</a:t>
            </a:r>
          </a:p>
          <a:p>
            <a:endParaRPr lang="fr-FR" dirty="0"/>
          </a:p>
        </p:txBody>
      </p:sp>
      <p:sp>
        <p:nvSpPr>
          <p:cNvPr id="7" name="Bouton d'action : Aide 6">
            <a:hlinkClick r:id="" action="ppaction://noaction" highlightClick="1"/>
          </p:cNvPr>
          <p:cNvSpPr/>
          <p:nvPr/>
        </p:nvSpPr>
        <p:spPr>
          <a:xfrm>
            <a:off x="1157062" y="4107766"/>
            <a:ext cx="951244" cy="647114"/>
          </a:xfrm>
          <a:prstGeom prst="actionButtonHelp">
            <a:avLst/>
          </a:prstGeom>
          <a:solidFill>
            <a:srgbClr val="B01513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08307" y="4276578"/>
            <a:ext cx="6551525" cy="2082019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57" dirty="0">
                <a:solidFill>
                  <a:srgbClr val="B01513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Comment appliquer un style différent à deux paragraphes ?</a:t>
            </a:r>
            <a:endParaRPr lang="fr-FR" sz="2857" dirty="0">
              <a:solidFill>
                <a:srgbClr val="B01513"/>
              </a:solidFill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750" y="3469022"/>
            <a:ext cx="2254291" cy="2571716"/>
          </a:xfrm>
          <a:prstGeom prst="rect">
            <a:avLst/>
          </a:prstGeom>
        </p:spPr>
      </p:pic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42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370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5631" y="452718"/>
            <a:ext cx="8956879" cy="855577"/>
          </a:xfrm>
        </p:spPr>
        <p:txBody>
          <a:bodyPr/>
          <a:lstStyle/>
          <a:p>
            <a:r>
              <a:rPr lang="fr-FR" sz="4191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CLASS ET ID</a:t>
            </a:r>
            <a:endParaRPr lang="fr-F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641" y="1533379"/>
            <a:ext cx="11093380" cy="2602525"/>
          </a:xfrm>
        </p:spPr>
        <p:txBody>
          <a:bodyPr/>
          <a:lstStyle/>
          <a:p>
            <a:r>
              <a:rPr lang="fr-FR" sz="2857" dirty="0">
                <a:solidFill>
                  <a:schemeClr val="accent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Class</a:t>
            </a:r>
            <a:r>
              <a:rPr lang="fr-FR" sz="2857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 et </a:t>
            </a:r>
            <a:r>
              <a:rPr lang="fr-FR" sz="2857" dirty="0">
                <a:solidFill>
                  <a:schemeClr val="accent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Id</a:t>
            </a:r>
            <a:r>
              <a:rPr lang="fr-FR" sz="2857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 sont deux attributs HTML, créés pour pouvoir appliquer différents styles à des éléments de même type. </a:t>
            </a:r>
          </a:p>
          <a:p>
            <a:r>
              <a:rPr lang="fr-FR" sz="3048" dirty="0">
                <a:solidFill>
                  <a:schemeClr val="accent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Class</a:t>
            </a:r>
            <a:r>
              <a:rPr lang="fr-FR" sz="3048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 permet également d’appliquer le même style à différents élément HTML (en leur appliquant la même valeur pour l’attribut class).</a:t>
            </a:r>
          </a:p>
          <a:p>
            <a:endParaRPr lang="fr-FR" sz="2857" dirty="0"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Optima"/>
              <a:cs typeface="Optima"/>
            </a:endParaRPr>
          </a:p>
          <a:p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704663" y="4135903"/>
            <a:ext cx="2412560" cy="689316"/>
          </a:xfrm>
          <a:prstGeom prst="rect">
            <a:avLst/>
          </a:prstGeom>
          <a:solidFill>
            <a:srgbClr val="B01513">
              <a:alpha val="0"/>
            </a:srgbClr>
          </a:solidFill>
          <a:ln>
            <a:solidFill>
              <a:srgbClr val="800C0B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381" b="1" dirty="0">
                <a:solidFill>
                  <a:srgbClr val="FF0000"/>
                </a:solidFill>
              </a:rPr>
              <a:t>Différence !!!</a:t>
            </a:r>
          </a:p>
        </p:txBody>
      </p:sp>
      <p:sp>
        <p:nvSpPr>
          <p:cNvPr id="5" name="Rectangle 4"/>
          <p:cNvSpPr/>
          <p:nvPr/>
        </p:nvSpPr>
        <p:spPr>
          <a:xfrm>
            <a:off x="2170446" y="4135904"/>
            <a:ext cx="8958664" cy="20257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333" dirty="0">
                <a:solidFill>
                  <a:srgbClr val="EA631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Id</a:t>
            </a:r>
            <a:r>
              <a:rPr lang="fr-FR" sz="3333" dirty="0">
                <a:solidFill>
                  <a:prstClr val="white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 ne peut être utilisé que pour cibler un unique élément, au contraire de </a:t>
            </a:r>
            <a:r>
              <a:rPr lang="fr-FR" sz="3333" dirty="0">
                <a:solidFill>
                  <a:srgbClr val="EA631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class</a:t>
            </a:r>
            <a:r>
              <a:rPr lang="fr-FR" sz="3333" dirty="0">
                <a:solidFill>
                  <a:prstClr val="white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.</a:t>
            </a:r>
            <a:endParaRPr lang="fr-FR" sz="3333" dirty="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43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3917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71" y="1"/>
            <a:ext cx="4572638" cy="435841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324" y="5152999"/>
            <a:ext cx="2876044" cy="166710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980" y="1"/>
            <a:ext cx="4608929" cy="450166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030" y="5067050"/>
            <a:ext cx="2848826" cy="1790950"/>
          </a:xfrm>
          <a:prstGeom prst="rect">
            <a:avLst/>
          </a:prstGeom>
        </p:spPr>
      </p:pic>
      <p:sp>
        <p:nvSpPr>
          <p:cNvPr id="8" name="Flèche vers le bas 7"/>
          <p:cNvSpPr/>
          <p:nvPr/>
        </p:nvSpPr>
        <p:spPr>
          <a:xfrm>
            <a:off x="2666402" y="4386526"/>
            <a:ext cx="441889" cy="680524"/>
          </a:xfrm>
          <a:prstGeom prst="downArrow">
            <a:avLst/>
          </a:prstGeom>
          <a:solidFill>
            <a:srgbClr val="EA63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9" name="Flèche vers le bas 8"/>
          <p:cNvSpPr/>
          <p:nvPr/>
        </p:nvSpPr>
        <p:spPr>
          <a:xfrm>
            <a:off x="7824555" y="4501663"/>
            <a:ext cx="441889" cy="527494"/>
          </a:xfrm>
          <a:prstGeom prst="downArrow">
            <a:avLst/>
          </a:prstGeom>
          <a:solidFill>
            <a:srgbClr val="EA63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44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6061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5631" y="452718"/>
            <a:ext cx="8956879" cy="855577"/>
          </a:xfrm>
        </p:spPr>
        <p:txBody>
          <a:bodyPr/>
          <a:lstStyle/>
          <a:p>
            <a:r>
              <a:rPr lang="fr-F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LES ELEMENTS HTML </a:t>
            </a:r>
            <a:br>
              <a:rPr lang="fr-F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endParaRPr lang="fr-F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2423066357"/>
              </p:ext>
            </p:extLst>
          </p:nvPr>
        </p:nvGraphicFramePr>
        <p:xfrm>
          <a:off x="522634" y="1355122"/>
          <a:ext cx="11146733" cy="2944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397470" y="4557933"/>
            <a:ext cx="3684395" cy="21242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2148" indent="-272148">
              <a:buFont typeface="Arial" panose="020B0604020202020204" pitchFamily="34" charset="0"/>
              <a:buChar char="•"/>
            </a:pPr>
            <a:r>
              <a:rPr lang="fr-FR" sz="1905" b="1" dirty="0">
                <a:solidFill>
                  <a:srgbClr val="0070C0"/>
                </a:solidFill>
              </a:rPr>
              <a:t>Commencer sur une nouvelle ligne.</a:t>
            </a:r>
          </a:p>
          <a:p>
            <a:pPr marL="272148" indent="-272148">
              <a:buFont typeface="Arial" panose="020B0604020202020204" pitchFamily="34" charset="0"/>
              <a:buChar char="•"/>
            </a:pPr>
            <a:r>
              <a:rPr lang="fr-FR" sz="1905" b="1" dirty="0">
                <a:solidFill>
                  <a:srgbClr val="0070C0"/>
                </a:solidFill>
              </a:rPr>
              <a:t>Prend toute la largeur disponible dans la page.</a:t>
            </a:r>
          </a:p>
          <a:p>
            <a:pPr marL="272148" indent="-272148">
              <a:buFont typeface="Arial" panose="020B0604020202020204" pitchFamily="34" charset="0"/>
              <a:buChar char="•"/>
            </a:pPr>
            <a:r>
              <a:rPr lang="fr-FR" sz="1905" b="1" u="sng" dirty="0" err="1">
                <a:solidFill>
                  <a:srgbClr val="FF0000"/>
                </a:solidFill>
              </a:rPr>
              <a:t>Exp</a:t>
            </a:r>
            <a:r>
              <a:rPr lang="fr-FR" sz="1905" b="1" dirty="0">
                <a:solidFill>
                  <a:srgbClr val="0070C0"/>
                </a:solidFill>
              </a:rPr>
              <a:t> : l’élément p,  h, div…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7886840" y="4557933"/>
            <a:ext cx="4014874" cy="21242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2148" indent="-272148">
              <a:buFont typeface="Arial" panose="020B0604020202020204" pitchFamily="34" charset="0"/>
              <a:buChar char="•"/>
            </a:pPr>
            <a:r>
              <a:rPr lang="fr-FR" sz="1905" b="1" dirty="0">
                <a:solidFill>
                  <a:srgbClr val="0070C0"/>
                </a:solidFill>
              </a:rPr>
              <a:t>Ne commencer sur une nouvelle ligne.</a:t>
            </a:r>
          </a:p>
          <a:p>
            <a:pPr marL="272148" indent="-272148">
              <a:buFont typeface="Arial" panose="020B0604020202020204" pitchFamily="34" charset="0"/>
              <a:buChar char="•"/>
            </a:pPr>
            <a:r>
              <a:rPr lang="fr-FR" sz="1905" b="1" dirty="0">
                <a:solidFill>
                  <a:srgbClr val="0070C0"/>
                </a:solidFill>
              </a:rPr>
              <a:t>Prend uniquement la largeur </a:t>
            </a:r>
            <a:r>
              <a:rPr lang="fr-FR" sz="1905" b="1" dirty="0" err="1">
                <a:solidFill>
                  <a:srgbClr val="0070C0"/>
                </a:solidFill>
              </a:rPr>
              <a:t>necessaire</a:t>
            </a:r>
            <a:r>
              <a:rPr lang="fr-FR" sz="1905" b="1" dirty="0">
                <a:solidFill>
                  <a:srgbClr val="0070C0"/>
                </a:solidFill>
              </a:rPr>
              <a:t>.</a:t>
            </a:r>
          </a:p>
          <a:p>
            <a:pPr marL="272148" indent="-272148">
              <a:buFont typeface="Arial" panose="020B0604020202020204" pitchFamily="34" charset="0"/>
              <a:buChar char="•"/>
            </a:pPr>
            <a:r>
              <a:rPr lang="fr-FR" sz="1905" b="1" u="sng" dirty="0" err="1">
                <a:solidFill>
                  <a:srgbClr val="FF0000"/>
                </a:solidFill>
              </a:rPr>
              <a:t>Exp</a:t>
            </a:r>
            <a:r>
              <a:rPr lang="fr-FR" sz="1905" b="1" dirty="0">
                <a:solidFill>
                  <a:srgbClr val="0070C0"/>
                </a:solidFill>
              </a:rPr>
              <a:t> : l’élément </a:t>
            </a:r>
            <a:r>
              <a:rPr lang="fr-FR" sz="1905" b="1" dirty="0" err="1">
                <a:solidFill>
                  <a:srgbClr val="0070C0"/>
                </a:solidFill>
              </a:rPr>
              <a:t>strong</a:t>
            </a:r>
            <a:r>
              <a:rPr lang="fr-FR" sz="1905" b="1" dirty="0">
                <a:solidFill>
                  <a:srgbClr val="0070C0"/>
                </a:solidFill>
              </a:rPr>
              <a:t>, </a:t>
            </a:r>
            <a:r>
              <a:rPr lang="fr-FR" sz="1905" b="1" dirty="0" err="1">
                <a:solidFill>
                  <a:srgbClr val="0070C0"/>
                </a:solidFill>
              </a:rPr>
              <a:t>img</a:t>
            </a:r>
            <a:r>
              <a:rPr lang="fr-FR" sz="1905" b="1" dirty="0">
                <a:solidFill>
                  <a:srgbClr val="0070C0"/>
                </a:solidFill>
              </a:rPr>
              <a:t>, </a:t>
            </a:r>
            <a:r>
              <a:rPr lang="fr-FR" sz="1905" b="1" dirty="0" err="1">
                <a:solidFill>
                  <a:srgbClr val="0070C0"/>
                </a:solidFill>
              </a:rPr>
              <a:t>span</a:t>
            </a:r>
            <a:r>
              <a:rPr lang="fr-FR" sz="1905" b="1" dirty="0">
                <a:solidFill>
                  <a:srgbClr val="0070C0"/>
                </a:solidFill>
              </a:rPr>
              <a:t>..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45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4759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5631" y="452719"/>
            <a:ext cx="8956879" cy="883713"/>
          </a:xfrm>
        </p:spPr>
        <p:txBody>
          <a:bodyPr/>
          <a:lstStyle/>
          <a:p>
            <a:r>
              <a:rPr lang="fr-FR" sz="4191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DIV ET SPAN </a:t>
            </a:r>
            <a:endParaRPr lang="fr-F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48210" y="1842872"/>
            <a:ext cx="8520515" cy="2489980"/>
          </a:xfrm>
        </p:spPr>
        <p:txBody>
          <a:bodyPr>
            <a:normAutofit/>
          </a:bodyPr>
          <a:lstStyle/>
          <a:p>
            <a:r>
              <a:rPr lang="fr-FR" sz="2381" b="1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Div</a:t>
            </a:r>
            <a:r>
              <a:rPr lang="fr-FR" sz="238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 et </a:t>
            </a:r>
            <a:r>
              <a:rPr lang="fr-FR" sz="2381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Span</a:t>
            </a:r>
            <a:r>
              <a:rPr lang="fr-FR" sz="238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 sont deux élément HTML créés, entre autres, pour pouvoir appliquer un style à du contenu n’ayant pas de balise. </a:t>
            </a:r>
          </a:p>
          <a:p>
            <a:r>
              <a:rPr lang="fr-FR" sz="2667" b="1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Div</a:t>
            </a:r>
            <a:r>
              <a:rPr lang="fr-FR" sz="2667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 et </a:t>
            </a:r>
            <a:r>
              <a:rPr lang="fr-FR" sz="2667" b="1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Span</a:t>
            </a:r>
            <a:r>
              <a:rPr lang="fr-FR" sz="2667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 servent de containers mais ne possèdent aucune valeur sémantique. </a:t>
            </a:r>
          </a:p>
          <a:p>
            <a:pPr marL="0" indent="0">
              <a:buNone/>
            </a:pPr>
            <a:endParaRPr lang="fr-FR" sz="2381" dirty="0"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Optima"/>
              <a:cs typeface="Optima"/>
            </a:endParaRPr>
          </a:p>
          <a:p>
            <a:pPr marL="0" indent="0">
              <a:buNone/>
            </a:pPr>
            <a:endParaRPr lang="fr-FR" sz="2381" dirty="0"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Optima"/>
              <a:cs typeface="Optima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1074037" y="4332851"/>
            <a:ext cx="1788627" cy="914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57" b="1" dirty="0">
                <a:solidFill>
                  <a:schemeClr val="tx1"/>
                </a:solidFill>
              </a:rPr>
              <a:t>DIV</a:t>
            </a:r>
          </a:p>
        </p:txBody>
      </p:sp>
      <p:sp>
        <p:nvSpPr>
          <p:cNvPr id="5" name="Rectangle 4"/>
          <p:cNvSpPr/>
          <p:nvPr/>
        </p:nvSpPr>
        <p:spPr>
          <a:xfrm>
            <a:off x="5131338" y="4332851"/>
            <a:ext cx="1788627" cy="914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381" b="1" dirty="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élément</a:t>
            </a:r>
            <a:endParaRPr lang="fr-FR" sz="2381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88639" y="4332851"/>
            <a:ext cx="1788627" cy="914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381" b="1" dirty="0">
                <a:solidFill>
                  <a:schemeClr val="tx1"/>
                </a:solidFill>
              </a:rPr>
              <a:t>BLOCK</a:t>
            </a:r>
          </a:p>
        </p:txBody>
      </p:sp>
      <p:sp>
        <p:nvSpPr>
          <p:cNvPr id="7" name="Flèche droite 6"/>
          <p:cNvSpPr/>
          <p:nvPr/>
        </p:nvSpPr>
        <p:spPr>
          <a:xfrm>
            <a:off x="3447692" y="4631791"/>
            <a:ext cx="1098620" cy="31652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8" name="Flèche droite 7"/>
          <p:cNvSpPr/>
          <p:nvPr/>
        </p:nvSpPr>
        <p:spPr>
          <a:xfrm>
            <a:off x="7504993" y="4631790"/>
            <a:ext cx="1098620" cy="316521"/>
          </a:xfrm>
          <a:prstGeom prst="rightArrow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74037" y="5546189"/>
            <a:ext cx="1788627" cy="914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57" b="1" dirty="0">
                <a:solidFill>
                  <a:schemeClr val="tx1"/>
                </a:solidFill>
              </a:rPr>
              <a:t>SPAN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31338" y="5546189"/>
            <a:ext cx="1788627" cy="914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57" b="1" dirty="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Optima"/>
                <a:cs typeface="Optima"/>
              </a:rPr>
              <a:t>élément</a:t>
            </a:r>
            <a:endParaRPr lang="fr-FR" sz="2857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88639" y="5546189"/>
            <a:ext cx="1788627" cy="914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381" b="1" dirty="0">
                <a:solidFill>
                  <a:schemeClr val="tx1"/>
                </a:solidFill>
              </a:rPr>
              <a:t>INLINE</a:t>
            </a:r>
          </a:p>
        </p:txBody>
      </p:sp>
      <p:sp>
        <p:nvSpPr>
          <p:cNvPr id="12" name="Flèche droite 11"/>
          <p:cNvSpPr/>
          <p:nvPr/>
        </p:nvSpPr>
        <p:spPr>
          <a:xfrm>
            <a:off x="3447692" y="5845129"/>
            <a:ext cx="1098620" cy="31652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13" name="Flèche droite 12"/>
          <p:cNvSpPr/>
          <p:nvPr/>
        </p:nvSpPr>
        <p:spPr>
          <a:xfrm>
            <a:off x="7504993" y="5845128"/>
            <a:ext cx="1098620" cy="31652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14">
              <a:solidFill>
                <a:prstClr val="white"/>
              </a:solidFill>
            </a:endParaRP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46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2820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92112" y="2305269"/>
            <a:ext cx="8956879" cy="1400530"/>
          </a:xfrm>
        </p:spPr>
        <p:txBody>
          <a:bodyPr/>
          <a:lstStyle/>
          <a:p>
            <a:pPr algn="ctr"/>
            <a:r>
              <a:rPr lang="fr-FR" sz="7619" b="1" dirty="0">
                <a:solidFill>
                  <a:schemeClr val="accent2"/>
                </a:solidFill>
              </a:rPr>
              <a:t>Merci de votre attention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24DA9-7008-465C-91E6-DE3CA5385429}" type="slidenum">
              <a:rPr lang="fr-FR" smtClean="0">
                <a:solidFill>
                  <a:prstClr val="white">
                    <a:tint val="75000"/>
                  </a:prstClr>
                </a:solidFill>
              </a:rPr>
              <a:pPr/>
              <a:t>47</a:t>
            </a:fld>
            <a:endParaRPr lang="fr-FR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73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0">
        <p:circle/>
      </p:transition>
    </mc:Choice>
    <mc:Fallback xmlns="">
      <p:transition spd="slow">
        <p:circl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1432</TotalTime>
  <Words>2240</Words>
  <Application>Microsoft Office PowerPoint</Application>
  <PresentationFormat>Grand écran</PresentationFormat>
  <Paragraphs>391</Paragraphs>
  <Slides>47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4" baseType="lpstr">
      <vt:lpstr>Arial</vt:lpstr>
      <vt:lpstr>Arial Black</vt:lpstr>
      <vt:lpstr>Calibri</vt:lpstr>
      <vt:lpstr>Century Gothic</vt:lpstr>
      <vt:lpstr>Optima</vt:lpstr>
      <vt:lpstr>Wingdings 3</vt:lpstr>
      <vt:lpstr>Ion</vt:lpstr>
      <vt:lpstr>Présentation PowerPoint</vt:lpstr>
      <vt:lpstr>Plan :</vt:lpstr>
      <vt:lpstr>POURQUOI APPRENDRE LE HTML &amp; LE CSS ?</vt:lpstr>
      <vt:lpstr>HTML &amp; CSS : DEFINITION </vt:lpstr>
      <vt:lpstr>Présentation PowerPoint</vt:lpstr>
      <vt:lpstr>LES VERSIONS ACTUELLES : HTML &amp; CSS </vt:lpstr>
      <vt:lpstr>L’EDITEUR DE TEXTE</vt:lpstr>
      <vt:lpstr>APPRENDRE LE HTML </vt:lpstr>
      <vt:lpstr>Les éléments en HTML :</vt:lpstr>
      <vt:lpstr>Les balises en HTML</vt:lpstr>
      <vt:lpstr>Présentation PowerPoint</vt:lpstr>
      <vt:lpstr>LES ATTRIBUTS :</vt:lpstr>
      <vt:lpstr>HEADING, PARAGRAPH, BREAK </vt:lpstr>
      <vt:lpstr>EXEMPLES DES TITRES DE h1 à h6</vt:lpstr>
      <vt:lpstr>STRONG, MARK, EMPHASIS</vt:lpstr>
      <vt:lpstr>L’IMPORTANCE DES TEXTES :</vt:lpstr>
      <vt:lpstr>STRUCTURE D’UNE PAGE EN HTML5</vt:lpstr>
      <vt:lpstr>LES COMMANTAIRES :</vt:lpstr>
      <vt:lpstr>EXEMPLE :</vt:lpstr>
      <vt:lpstr>LES LISTES :</vt:lpstr>
      <vt:lpstr>Les listes non-ordonnées :</vt:lpstr>
      <vt:lpstr>Les listes ordonnées</vt:lpstr>
      <vt:lpstr>Les listes de définitions :</vt:lpstr>
      <vt:lpstr>Les listes imbriquées :</vt:lpstr>
      <vt:lpstr>LIENS INTERNES ET EXTERNES EN HTML : </vt:lpstr>
      <vt:lpstr>Les liens externes en HTML :</vt:lpstr>
      <vt:lpstr>Les liens internes en HTML : </vt:lpstr>
      <vt:lpstr>Envoyer un mail en HTML : </vt:lpstr>
      <vt:lpstr>Télécharger un fichier :</vt:lpstr>
      <vt:lpstr>Insérer des images en HTML : </vt:lpstr>
      <vt:lpstr>Les tableaux en HTML</vt:lpstr>
      <vt:lpstr>Ajouter du contenu media</vt:lpstr>
      <vt:lpstr>Créer des formulaires</vt:lpstr>
      <vt:lpstr>APPRENDRE DU CSS</vt:lpstr>
      <vt:lpstr>Pourquoi le CSS ???</vt:lpstr>
      <vt:lpstr>Où écrire le code CSS ? </vt:lpstr>
      <vt:lpstr>Syntaxe : Sélecteur, Propriétés, Valeurs</vt:lpstr>
      <vt:lpstr>CSS – Arrière-plan (background):</vt:lpstr>
      <vt:lpstr>CSS – Polices (fonts) :</vt:lpstr>
      <vt:lpstr>CSS – Texte (text) :</vt:lpstr>
      <vt:lpstr>CSS – Marges (Margins) :</vt:lpstr>
      <vt:lpstr>LES SELECTEURS SIMPLES</vt:lpstr>
      <vt:lpstr>CLASS ET ID</vt:lpstr>
      <vt:lpstr>Présentation PowerPoint</vt:lpstr>
      <vt:lpstr>LES ELEMENTS HTML  </vt:lpstr>
      <vt:lpstr>DIV ET SPAN </vt:lpstr>
      <vt:lpstr>Merci de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Windows User</dc:creator>
  <cp:lastModifiedBy>Mawunygan Maxime KOGON</cp:lastModifiedBy>
  <cp:revision>45</cp:revision>
  <dcterms:created xsi:type="dcterms:W3CDTF">2018-02-17T01:44:04Z</dcterms:created>
  <dcterms:modified xsi:type="dcterms:W3CDTF">2025-11-28T17:05:16Z</dcterms:modified>
</cp:coreProperties>
</file>